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11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1603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14.png"/><Relationship Id="rId5" Type="http://schemas.openxmlformats.org/officeDocument/2006/relationships/image" Target="../media/image18.png"/><Relationship Id="rId10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5.png"/><Relationship Id="rId5" Type="http://schemas.openxmlformats.org/officeDocument/2006/relationships/image" Target="../media/image13.png"/><Relationship Id="rId10" Type="http://schemas.openxmlformats.org/officeDocument/2006/relationships/image" Target="../media/image24.png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4.png"/><Relationship Id="rId5" Type="http://schemas.openxmlformats.org/officeDocument/2006/relationships/image" Target="../media/image17.png"/><Relationship Id="rId10" Type="http://schemas.openxmlformats.org/officeDocument/2006/relationships/image" Target="../media/image14.png"/><Relationship Id="rId4" Type="http://schemas.openxmlformats.org/officeDocument/2006/relationships/image" Target="../media/image2.png"/><Relationship Id="rId9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5.png"/><Relationship Id="rId5" Type="http://schemas.openxmlformats.org/officeDocument/2006/relationships/image" Target="../media/image15.png"/><Relationship Id="rId10" Type="http://schemas.openxmlformats.org/officeDocument/2006/relationships/image" Target="../media/image30.png"/><Relationship Id="rId4" Type="http://schemas.openxmlformats.org/officeDocument/2006/relationships/image" Target="../media/image2.png"/><Relationship Id="rId9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33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11" Type="http://schemas.openxmlformats.org/officeDocument/2006/relationships/image" Target="../media/image34.png"/><Relationship Id="rId5" Type="http://schemas.openxmlformats.org/officeDocument/2006/relationships/image" Target="../media/image31.png"/><Relationship Id="rId10" Type="http://schemas.openxmlformats.org/officeDocument/2006/relationships/image" Target="../media/image29.png"/><Relationship Id="rId4" Type="http://schemas.openxmlformats.org/officeDocument/2006/relationships/image" Target="../media/image2.png"/><Relationship Id="rId9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5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17236" y="1325880"/>
            <a:ext cx="1554480" cy="1554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1556" y="1691640"/>
            <a:ext cx="1005840" cy="7772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6576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36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عند استخدام الميكروويف</a:t>
            </a:r>
            <a:endParaRPr lang="en-US" sz="3600" dirty="0"/>
          </a:p>
        </p:txBody>
      </p:sp>
      <p:sp>
        <p:nvSpPr>
          <p:cNvPr id="11" name="Text 6"/>
          <p:cNvSpPr/>
          <p:nvPr/>
        </p:nvSpPr>
        <p:spPr>
          <a:xfrm>
            <a:off x="457200" y="45262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8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استخدام صحيح… ووقاية من المخاطر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5637276" y="49834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1188720" y="525780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i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"الميكروويف جهاز منزلي مفيد، لكن استخدامه يحتاج لمعرفة واتباع التعليمات"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5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B.8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نهتم بسلامة استخدام الميكروويف؟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الاستخدام غير الصحيح قد يؤدي لحروق أو حرائق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25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1065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3876" y="3200400"/>
            <a:ext cx="457200" cy="4572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859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16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من الحروق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16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الطعام والبخار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2711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3351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9876" y="3200400"/>
            <a:ext cx="457200" cy="4572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3145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2802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أوعية مناسبة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2802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ومعتمدة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997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5637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5876" y="3200400"/>
            <a:ext cx="457200" cy="4572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5431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5088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تقليل الأعطال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5088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الكهربائية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7283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7923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51876" y="3200400"/>
            <a:ext cx="457200" cy="45720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7717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7374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الأطفال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7374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وأفراد الأسرة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9569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10209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37876" y="3200400"/>
            <a:ext cx="457200" cy="457200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10003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9660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الجهاز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9660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والمنزل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1" name="Text 32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الاستخدام الآمن يبدأ بقراءة التعليمات والانتباه أثناء التشغيل</a:t>
            </a:r>
            <a:endParaRPr lang="ar-AE" sz="1200" dirty="0"/>
          </a:p>
        </p:txBody>
      </p:sp>
      <p:sp>
        <p:nvSpPr>
          <p:cNvPr id="42" name="Shape 33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3" name="Image 7" descr="/home/claude/assets/social_icon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4" name="Shape 34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5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6" name="Shape 36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8" name="Shape 38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9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0" name="Shape 40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1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B.8</a:t>
            </a:r>
            <a:endParaRPr lang="en-US" sz="1000" dirty="0"/>
          </a:p>
        </p:txBody>
      </p:sp>
      <p:sp>
        <p:nvSpPr>
          <p:cNvPr id="52" name="Shape 42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3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أبرز مخاطر استخدام الميكروويف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تظهر عند الاستخدام غير المناسب أو دون متابعة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7947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6235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310896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8531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تسخين بدرجة عالية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25983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44271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5596" y="310896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26567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خروج البخار من الأغطية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0896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أوعية غير مخصصة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902055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20343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86316" y="310896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002639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إدخال المعادن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7947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56235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236" y="457200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38531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تشغيل وهو فارغ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325983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344271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25596" y="457200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426567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تراكم بقايا الطعام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614019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632307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05956" y="457200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14603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جهاز تالف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902055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9" name="Shape 28"/>
          <p:cNvSpPr/>
          <p:nvPr/>
        </p:nvSpPr>
        <p:spPr>
          <a:xfrm>
            <a:off x="920343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86316" y="4572000"/>
            <a:ext cx="320040" cy="32004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1002639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استخدام الأطفال دون إشراف</a:t>
            </a:r>
            <a:endParaRPr lang="en-US" sz="1300" dirty="0"/>
          </a:p>
        </p:txBody>
      </p:sp>
      <p:sp>
        <p:nvSpPr>
          <p:cNvPr id="42" name="Shape 30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كل جهاز منزلي يحتاج إلى استخدام واعٍ ومتابعة مستمرة</a:t>
            </a:r>
            <a:endParaRPr lang="ar-AE" sz="1200" dirty="0"/>
          </a:p>
        </p:txBody>
      </p:sp>
      <p:sp>
        <p:nvSpPr>
          <p:cNvPr id="44" name="Shape 3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10" descr="/home/claude/assets/social_icons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3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3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3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B.8</a:t>
            </a:r>
            <a:endParaRPr lang="en-US" sz="1000" dirty="0"/>
          </a:p>
        </p:txBody>
      </p:sp>
      <p:sp>
        <p:nvSpPr>
          <p:cNvPr id="54" name="Shape 4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الأوعية المناسبة وغير المناسبة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اختيار الوعاء يقلل التلف والحريق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153912" y="2606040"/>
            <a:ext cx="5577840" cy="5029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 ✓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1320272" y="335584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1320272" y="3355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336792" y="324612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أوعية مكتوب عليها مناسبة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1320272" y="395020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1320272" y="3950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336792" y="384048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أطباق زجاجية أو خزفية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11320272" y="454456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1320272" y="4544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336792" y="443484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أغطية تسمح بخروج البخار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1320272" y="513892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1320272" y="51389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336792" y="502920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أوعية تتحمل الحرارة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457200" y="2606040"/>
            <a:ext cx="557784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57200" y="2606040"/>
            <a:ext cx="557784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27" name="Text 23"/>
          <p:cNvSpPr/>
          <p:nvPr/>
        </p:nvSpPr>
        <p:spPr>
          <a:xfrm>
            <a:off x="640080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تجنب  ✕</a:t>
            </a:r>
            <a:endParaRPr lang="en-US" sz="1800" dirty="0"/>
          </a:p>
        </p:txBody>
      </p:sp>
      <p:sp>
        <p:nvSpPr>
          <p:cNvPr id="28" name="Shape 24"/>
          <p:cNvSpPr/>
          <p:nvPr/>
        </p:nvSpPr>
        <p:spPr>
          <a:xfrm>
            <a:off x="5623560" y="335584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623560" y="3355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40080" y="324612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المعادن أو الألمنيوم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5623560" y="395020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5623560" y="3950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640080" y="384048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البلاستيك غير المخصص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5623560" y="454456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5623560" y="4544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640080" y="443484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الأوعية المتشققة</a:t>
            </a:r>
            <a:endParaRPr lang="en-US" sz="1300" dirty="0"/>
          </a:p>
        </p:txBody>
      </p:sp>
      <p:sp>
        <p:nvSpPr>
          <p:cNvPr id="37" name="Shape 33"/>
          <p:cNvSpPr/>
          <p:nvPr/>
        </p:nvSpPr>
        <p:spPr>
          <a:xfrm>
            <a:off x="5623560" y="513892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623560" y="51389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40080" y="502920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الأوعية المغلقة بإحكام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قاعدة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تدخل أي وعاء للميكروويف إلا إذا كان مناسبًا للاستخدام داخله</a:t>
            </a:r>
            <a:endParaRPr lang="ar-AE" sz="1200" dirty="0"/>
          </a:p>
        </p:txBody>
      </p:sp>
      <p:sp>
        <p:nvSpPr>
          <p:cNvPr id="42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3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4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B.8</a:t>
            </a:r>
            <a:endParaRPr lang="en-US" sz="1000" dirty="0"/>
          </a:p>
        </p:txBody>
      </p:sp>
      <p:sp>
        <p:nvSpPr>
          <p:cNvPr id="52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عند تسخين السوائل والطعام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البخار قد يسبب حروقًا حتى لو لم يظهر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حرّك الطعام بعد التسخين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اتركه قبل التناول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افتح الأغطية بحذر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تسخّن السوائل طويلًا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القفازات الحرارية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اختبر حرارة طعام الأطفال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تجنب الأوعية المغلقة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البخار الساخن قد يسبب حروقًا حتى لو لم يكن ظاهرًا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B.8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مواد لا توضع داخل الميكروويف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قد تسبب تلف الجهاز أو نشوب حريق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7947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6235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310896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8531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المعادن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25983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44271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5596" y="310896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26567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ورق الألمنيوم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0896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أواني بحواف معدنية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902055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20343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86316" y="310896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002639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أكياس ورقية غير مخصصة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7947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56235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236" y="457200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38531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العبوات المغلقة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325983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344271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25596" y="457200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426567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بلاستيك غير مخصص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614019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632307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05956" y="457200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14603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أدوات طعام معدنية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902055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9" name="Shape 28"/>
          <p:cNvSpPr/>
          <p:nvPr/>
        </p:nvSpPr>
        <p:spPr>
          <a:xfrm>
            <a:off x="920343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86316" y="4572000"/>
            <a:ext cx="320040" cy="32004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1002639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بيض بقشره</a:t>
            </a:r>
            <a:endParaRPr lang="en-US" sz="1300" dirty="0"/>
          </a:p>
        </p:txBody>
      </p:sp>
      <p:sp>
        <p:nvSpPr>
          <p:cNvPr id="42" name="Shape 30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عند الشك في صلاحية الوعاء أو المادة، لا تستخدمها داخل الميكروويف</a:t>
            </a:r>
            <a:endParaRPr lang="ar-AE" sz="1200" dirty="0"/>
          </a:p>
        </p:txBody>
      </p:sp>
      <p:sp>
        <p:nvSpPr>
          <p:cNvPr id="44" name="Shape 3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10" descr="/home/claude/assets/social_icons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3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3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3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B.8</a:t>
            </a:r>
            <a:endParaRPr lang="en-US" sz="1000" dirty="0"/>
          </a:p>
        </p:txBody>
      </p:sp>
      <p:sp>
        <p:nvSpPr>
          <p:cNvPr id="54" name="Shape 4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الاستخدام الآمن للأطفال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إشراف وتوجيه عند تسخين الساخن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7947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6235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313182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8531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تشغيل دون إشراف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21995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40283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5716" y="313182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22579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علّمهم الاستخدام الآمن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806043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824331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6196" y="313182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06627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تأكد أن الوعاء بارد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37947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56235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236" y="468630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38531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نبّههم من خطر البخار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421995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440283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85716" y="468630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22579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موقع الجهاز آمن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806043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824331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26196" y="468630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906627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أوعية ساخنة في متناولهم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الإشراف والتوجيه يحميان الأطفال من الحروق والإصابات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B.8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نظافة الجهاز والصيانة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تراكم البقايا قد يسبب رائحة أو دخان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نظّفه بانتظام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امسح الانسكابات بعد البرود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مواد تنظيف قاسية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تأكد من سلامة الباب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تستخدمه إن لم يغلق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أي عطل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تصلحه بنفسك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الميكروويف النظيف والسليم أكثر أمانًا في الاستخدام اليومي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B.8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مؤشرات الخطر أثناء الاستخدام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علامات تستدعي التوقف فورًا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رائحة احتراق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دخان داخل الجهاز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صوت غير معتاد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وميض أو تماس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سخونة في القابس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تلف في الباب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انقطاع متكرر للكهرباء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أوقف التشغيل بأمان، افصل الجهاز، واطلب فحصه من مختص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B.8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عند ظهور دخان أو حريق؟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تجنب فتح الباب مباشرة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أوقف التشغيل بأمان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افصل الجهاز عن الكهرباء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اترك الباب مغلقًا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أفراد الأسرة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الماء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اخرج إن استمر الدخان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من موقع آمن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فتح باب الميكروويف أثناء الدخان أو اللهب قد يزيد انتشار الحريق</a:t>
            </a:r>
            <a:endParaRPr lang="ar-AE" sz="1200" dirty="0"/>
          </a:p>
        </p:txBody>
      </p:sp>
      <p:sp>
        <p:nvSpPr>
          <p:cNvPr id="40" name="Shape 3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B.8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ولا تفعل عند استخدام الميكروويف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ممارسات صحيحة وأخرى يجب تجنّبها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153912" y="2606040"/>
            <a:ext cx="5577840" cy="5029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 ✓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1320272" y="331927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1320272" y="3319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336792" y="3246120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أوعية مناسبة للميكروويف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1320272" y="384048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1320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336792" y="3767328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الشركة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11320272" y="436168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1320272" y="4361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336792" y="4288536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 الجهاز أثناء التشغيل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1320272" y="488289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1320272" y="4882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336792" y="4809744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افتح الأغطية بحذر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11320272" y="5404104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1320272" y="5404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336792" y="5330952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نظّف الجهاز بانتظام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11320272" y="592531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1320272" y="5925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336792" y="5852160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افصله عند ملاحظة خلل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457200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457200" y="2606040"/>
            <a:ext cx="557784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3" name="Text 29"/>
          <p:cNvSpPr/>
          <p:nvPr/>
        </p:nvSpPr>
        <p:spPr>
          <a:xfrm>
            <a:off x="640080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تفعل  ✕</a:t>
            </a:r>
            <a:endParaRPr lang="en-US" sz="1800" dirty="0"/>
          </a:p>
        </p:txBody>
      </p:sp>
      <p:sp>
        <p:nvSpPr>
          <p:cNvPr id="34" name="Shape 30"/>
          <p:cNvSpPr/>
          <p:nvPr/>
        </p:nvSpPr>
        <p:spPr>
          <a:xfrm>
            <a:off x="5623560" y="331927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5623560" y="3319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640080" y="3246120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معادن أو ألمنيوم</a:t>
            </a:r>
            <a:endParaRPr lang="en-US" sz="1300" dirty="0"/>
          </a:p>
        </p:txBody>
      </p:sp>
      <p:sp>
        <p:nvSpPr>
          <p:cNvPr id="37" name="Shape 33"/>
          <p:cNvSpPr/>
          <p:nvPr/>
        </p:nvSpPr>
        <p:spPr>
          <a:xfrm>
            <a:off x="5623560" y="384048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623560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40080" y="3767328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أوعية غير مخصصة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5623560" y="436168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623560" y="4361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640080" y="4288536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تشغيل وهو فارغ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5623560" y="488289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623560" y="4882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640080" y="4809744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تسخين عبوات مغلقة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5623560" y="5404104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623560" y="5404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640080" y="5330952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أطفال دون إشراف</a:t>
            </a:r>
            <a:endParaRPr lang="en-US" sz="1300" dirty="0"/>
          </a:p>
        </p:txBody>
      </p:sp>
      <p:sp>
        <p:nvSpPr>
          <p:cNvPr id="49" name="Shape 45"/>
          <p:cNvSpPr/>
          <p:nvPr/>
        </p:nvSpPr>
        <p:spPr>
          <a:xfrm>
            <a:off x="5623560" y="592531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5623560" y="5925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640080" y="5852160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ماء على حريق كهربائي</a:t>
            </a:r>
            <a:endParaRPr lang="en-US" sz="1300" dirty="0"/>
          </a:p>
        </p:txBody>
      </p:sp>
      <p:sp>
        <p:nvSpPr>
          <p:cNvPr id="52" name="Shape 4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53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54" name="Shape 4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56" name="Shape 5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7" name="Text 5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8" name="Shape 5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60" name="Shape 5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B.8</a:t>
            </a:r>
            <a:endParaRPr lang="en-US" sz="1000" dirty="0"/>
          </a:p>
        </p:txBody>
      </p:sp>
      <p:sp>
        <p:nvSpPr>
          <p:cNvPr id="62" name="Shape 5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سيناريوهات تفاعلية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تطبيق عملي لما تعلمته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336792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1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525512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لاحظت دخانًا داخل الميكروويف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36792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73952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أوقف التشغيل، اترك الباب مغلقًا، افصل الكهرباء، واطلب المساعدة</a:t>
            </a:r>
            <a:endParaRPr lang="ar-AE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8" name="Text 14"/>
          <p:cNvSpPr/>
          <p:nvPr/>
        </p:nvSpPr>
        <p:spPr>
          <a:xfrm>
            <a:off x="640080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2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828800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أحدهم يريد تسخين طعام بوعاء معدني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40080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77240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امنعه، واختر وعاءً مناسبًا للميكروويف</a:t>
            </a:r>
            <a:endParaRPr lang="ar-AE" sz="1200" dirty="0"/>
          </a:p>
        </p:txBody>
      </p:sp>
      <p:sp>
        <p:nvSpPr>
          <p:cNvPr id="22" name="Shape 18"/>
          <p:cNvSpPr/>
          <p:nvPr/>
        </p:nvSpPr>
        <p:spPr>
          <a:xfrm>
            <a:off x="6153912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336792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6336792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3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7525512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طفل يريد إخراج وعاء ساخن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6336792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473952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يجب أن يساعده بالغ بقفازات حرارية وانتباه للبخار</a:t>
            </a:r>
            <a:endParaRPr lang="ar-AE" sz="1200" dirty="0"/>
          </a:p>
        </p:txBody>
      </p:sp>
      <p:sp>
        <p:nvSpPr>
          <p:cNvPr id="28" name="Shape 24"/>
          <p:cNvSpPr/>
          <p:nvPr/>
        </p:nvSpPr>
        <p:spPr>
          <a:xfrm>
            <a:off x="457200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40080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30" name="Text 26"/>
          <p:cNvSpPr/>
          <p:nvPr/>
        </p:nvSpPr>
        <p:spPr>
          <a:xfrm>
            <a:off x="640080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4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828800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باب الميكروويف لا يغلق جيدًا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640080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77240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توقف عن الاستخدام واطلب فحصه من مختص</a:t>
            </a:r>
            <a:endParaRPr lang="ar-AE" sz="1200" dirty="0"/>
          </a:p>
        </p:txBody>
      </p:sp>
      <p:sp>
        <p:nvSpPr>
          <p:cNvPr id="34" name="Shape 3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B.8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اختبر معلوماتك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أسئلة سريعة لتقييم فهمك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201400" y="2706624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2770632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80" y="2651760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س1: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يجوز وضع المعادن داخل الميكروويف؟</a:t>
            </a:r>
            <a:endParaRPr lang="ar-AE" sz="1300" dirty="0"/>
          </a:p>
        </p:txBody>
      </p:sp>
      <p:sp>
        <p:nvSpPr>
          <p:cNvPr id="14" name="Text 9"/>
          <p:cNvSpPr/>
          <p:nvPr/>
        </p:nvSpPr>
        <p:spPr>
          <a:xfrm>
            <a:off x="640080" y="2898648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قد تسبب تلف الجهاز أو خطر حريق</a:t>
            </a:r>
            <a:endParaRPr lang="ar-AE" sz="1100" dirty="0"/>
          </a:p>
        </p:txBody>
      </p:sp>
      <p:sp>
        <p:nvSpPr>
          <p:cNvPr id="15" name="Shape 10"/>
          <p:cNvSpPr/>
          <p:nvPr/>
        </p:nvSpPr>
        <p:spPr>
          <a:xfrm>
            <a:off x="457200" y="3209544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1201400" y="3310128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3374136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" y="3255264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س2: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إذا ظهر دخان داخل الجهاز؟</a:t>
            </a:r>
            <a:endParaRPr lang="ar-AE" sz="1300" dirty="0"/>
          </a:p>
        </p:txBody>
      </p:sp>
      <p:sp>
        <p:nvSpPr>
          <p:cNvPr id="19" name="Text 13"/>
          <p:cNvSpPr/>
          <p:nvPr/>
        </p:nvSpPr>
        <p:spPr>
          <a:xfrm>
            <a:off x="640080" y="3502152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أوقف التشغيل، اترك الباب مغلقًا، وافصل الكهرباء بأمان</a:t>
            </a:r>
            <a:endParaRPr lang="ar-AE" sz="1100" dirty="0"/>
          </a:p>
        </p:txBody>
      </p:sp>
      <p:sp>
        <p:nvSpPr>
          <p:cNvPr id="20" name="Shape 14"/>
          <p:cNvSpPr/>
          <p:nvPr/>
        </p:nvSpPr>
        <p:spPr>
          <a:xfrm>
            <a:off x="457200" y="3813048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1201400" y="3913632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3977640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80" y="3858768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س3: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يجب فتح الأغطية بحذر؟</a:t>
            </a:r>
            <a:endParaRPr lang="ar-AE" sz="1300" dirty="0"/>
          </a:p>
        </p:txBody>
      </p:sp>
      <p:sp>
        <p:nvSpPr>
          <p:cNvPr id="24" name="Text 17"/>
          <p:cNvSpPr/>
          <p:nvPr/>
        </p:nvSpPr>
        <p:spPr>
          <a:xfrm>
            <a:off x="640080" y="4105656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لتجنب التعرض للبخار الساخن والحروق</a:t>
            </a:r>
            <a:endParaRPr lang="ar-AE" sz="1100" dirty="0"/>
          </a:p>
        </p:txBody>
      </p:sp>
      <p:sp>
        <p:nvSpPr>
          <p:cNvPr id="25" name="Shape 18"/>
          <p:cNvSpPr/>
          <p:nvPr/>
        </p:nvSpPr>
        <p:spPr>
          <a:xfrm>
            <a:off x="457200" y="4416552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11201400" y="4517136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4581144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40080" y="4462272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س4: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يجوز تشغيل الميكروويف وهو فارغ؟</a:t>
            </a:r>
            <a:endParaRPr lang="ar-AE" sz="1300" dirty="0"/>
          </a:p>
        </p:txBody>
      </p:sp>
      <p:sp>
        <p:nvSpPr>
          <p:cNvPr id="29" name="Text 21"/>
          <p:cNvSpPr/>
          <p:nvPr/>
        </p:nvSpPr>
        <p:spPr>
          <a:xfrm>
            <a:off x="640080" y="4709160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لأن ذلك قد يؤدي إلى تلف الجهاز</a:t>
            </a:r>
            <a:endParaRPr lang="ar-AE" sz="1100" dirty="0"/>
          </a:p>
        </p:txBody>
      </p:sp>
      <p:sp>
        <p:nvSpPr>
          <p:cNvPr id="30" name="Shape 22"/>
          <p:cNvSpPr/>
          <p:nvPr/>
        </p:nvSpPr>
        <p:spPr>
          <a:xfrm>
            <a:off x="457200" y="5020056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11201400" y="5120640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5184648"/>
            <a:ext cx="237744" cy="237744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40080" y="5065776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س5: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إذا لاحظت تلفًا في باب الجهاز؟</a:t>
            </a:r>
            <a:endParaRPr lang="ar-AE" sz="1300" dirty="0"/>
          </a:p>
        </p:txBody>
      </p:sp>
      <p:sp>
        <p:nvSpPr>
          <p:cNvPr id="34" name="Text 25"/>
          <p:cNvSpPr/>
          <p:nvPr/>
        </p:nvSpPr>
        <p:spPr>
          <a:xfrm>
            <a:off x="640080" y="5312664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أتوقف عن استخدامه وأطلب فحصه من مختص</a:t>
            </a:r>
            <a:endParaRPr lang="ar-AE" sz="1100" dirty="0"/>
          </a:p>
        </p:txBody>
      </p:sp>
      <p:sp>
        <p:nvSpPr>
          <p:cNvPr id="35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6" name="Image 7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7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8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9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0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1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2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3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B.8</a:t>
            </a:r>
            <a:endParaRPr lang="en-US" sz="1000" dirty="0"/>
          </a:p>
        </p:txBody>
      </p:sp>
      <p:sp>
        <p:nvSpPr>
          <p:cNvPr id="45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6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62956" y="1280160"/>
            <a:ext cx="1463040" cy="146304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7276" y="1691640"/>
            <a:ext cx="914400" cy="6858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4747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4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شكرًا لكم</a:t>
            </a:r>
            <a:endParaRPr lang="en-US" sz="4400" dirty="0"/>
          </a:p>
        </p:txBody>
      </p:sp>
      <p:sp>
        <p:nvSpPr>
          <p:cNvPr id="11" name="Text 6"/>
          <p:cNvSpPr/>
          <p:nvPr/>
        </p:nvSpPr>
        <p:spPr>
          <a:xfrm>
            <a:off x="457200" y="4297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7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عند الميكروويف مسؤولية الجميع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5637276" y="47548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أوعية مناسبة • لا معادن • افتح بحذر • لا أطفال دون إشراف • نظّفه • 999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2286000" y="5440680"/>
            <a:ext cx="7589520" cy="68580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 w="9525">
            <a:solidFill>
              <a:srgbClr val="0B4EA2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2286000" y="54406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i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"الاستخدام الصحيح للأجهزة المنزلية يجعل المنزل أكثر أمنًا وسلامة"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7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B.8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1040</Words>
  <Application>Microsoft Office PowerPoint</Application>
  <PresentationFormat>شاشة عريضة</PresentationFormat>
  <Paragraphs>257</Paragraphs>
  <Slides>14</Slides>
  <Notes>14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14</vt:i4>
      </vt:variant>
    </vt:vector>
  </HeadingPairs>
  <TitlesOfParts>
    <vt:vector size="18" baseType="lpstr">
      <vt:lpstr>Arial</vt:lpstr>
      <vt:lpstr>Calibri</vt:lpstr>
      <vt:lpstr>Tajawal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السلامة عند استخدام الميكروويف</dc:title>
  <dc:subject>PptxGenJS Presentation</dc:subject>
  <dc:creator>PptxGenJS</dc:creator>
  <cp:lastModifiedBy>Lenovo</cp:lastModifiedBy>
  <cp:revision>1</cp:revision>
  <dcterms:created xsi:type="dcterms:W3CDTF">2026-05-06T17:39:59Z</dcterms:created>
  <dcterms:modified xsi:type="dcterms:W3CDTF">2026-05-06T17:48:34Z</dcterms:modified>
</cp:coreProperties>
</file>