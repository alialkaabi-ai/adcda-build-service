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0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14.png"/><Relationship Id="rId5" Type="http://schemas.openxmlformats.org/officeDocument/2006/relationships/image" Target="../media/image18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5.png"/><Relationship Id="rId5" Type="http://schemas.openxmlformats.org/officeDocument/2006/relationships/image" Target="../media/image13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17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5.png"/><Relationship Id="rId5" Type="http://schemas.openxmlformats.org/officeDocument/2006/relationships/image" Target="../media/image15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4.png"/><Relationship Id="rId5" Type="http://schemas.openxmlformats.org/officeDocument/2006/relationships/image" Target="../media/image31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الميكروويف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صحيح… ووقاية من المخاطر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"الميكروويف جهاز منزلي مفيد، لكن استخدامه يحتاج لمعرفة واتباع التعليمات"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استخدام الميكروويف؟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غير الصحيح قد يؤدي لحروق أو 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الحروق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الطعام والبخار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أوعية مناسبة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ومعتمدة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الأعطال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الكهربائية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وأفراد الأسرة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الجهاز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والمنزل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الآمن يبدأ بقراءة التعليمات والانتباه أثناء التشغيل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استخدام الميكروويف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عند الاستخدام غير المناسب أو دون متابعة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تسخين بدرجة عالية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خروج البخار من الأغطية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أوعية غير مخصصة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إدخال المعادن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وهو فارغ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بقايا الطعام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تالف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الأطفال دون إشراف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جهاز منزلي يحتاج إلى استخدام واعٍ ومتابعة مستمرة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الأوعية المناسبة وغير المناسبة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الوعاء يقلل التلف والحريق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5584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أوعية مكتوب عليها مناسبة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9502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840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أطباق زجاجية أو خزفية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4348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أغطية تسمح بخروج البخار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51389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50292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أوعية تتحمل الحرارة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57200" y="260604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7" name="Text 23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 ✕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5623560" y="335584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62356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40080" y="32461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المعادن أو الألمنيوم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623560" y="39502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623560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40080" y="3840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البلاستيك غير المخصص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623560" y="45445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44348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الأوعية المتشققة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513892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50292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الأوعية المغلقة بإحكام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أي وعاء للميكروويف إلا إذا كان مناسبًا للاستخدام داخله</a:t>
            </a:r>
            <a:endParaRPr lang="ar-AE" sz="1200" dirty="0"/>
          </a:p>
        </p:txBody>
      </p:sp>
      <p:sp>
        <p:nvSpPr>
          <p:cNvPr id="42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تسخين السوائل والطعام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البخار قد يسبب حروقًا حتى لو لم يظهر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 الطعام بعد التسخين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اتركه قبل التناول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الأغطية بحذر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تسخّن السوائل طويلًا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القفازات الحرارية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حرارة طعام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الأوعية المغلقة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البخار الساخن قد يسبب حروقًا حتى لو لم يكن ظاهرًا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لا توضع داخل الميكروويف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تسبب تلف الجهاز أو نشوب 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المعادن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ورق الألمنيوم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أواني بحواف معدنية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أكياس ورقية غير مخصصة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العبوات المغلقة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بلاستيك غير مخصص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طعام معدنية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بيض بقشره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صلاحية الوعاء أو المادة، لا تستخدمها داخل الميكروويف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الآمن للأطفال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إشراف وتوجيه عند تسخين الساخن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تشغيل دون إشراف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الاستخدام الآمن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أن الوعاء بارد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نبّههم من خطر البخار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الجهاز آمن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أوعية ساخنة في متناولهم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الإشراف والتوجيه يحميان الأطفال من الحروق والإصابات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الجهاز والصيانة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البقايا قد يسبب رائحة أو دخان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نظّفه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الانسكابات بعد البرود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مواد تنظيف قاسية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الباب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 إن لم يغلق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عطل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تصلحه بنفسك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الميكروويف النظيف والسليم أكثر أمانًا في الاستخدام اليومي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 أثناء الاستخدام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التوقف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داخل الجهاز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معتاد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وميض أو تماس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في القابس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تلف في الباب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متكرر للكهرباء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 بأمان، افصل الجهاز، واطلب فحصه من مختص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ظهور دخان أو حريق؟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فتح الباب مباشرة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 بأمان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الجهاز عن الكهرباء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الباب مغلقًا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أفراد الأسرة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الماء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إن استمر الدخان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باب الميكروويف أثناء الدخان أو اللهب قد يزيد انتشار الحريق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استخدام الميكروويف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أوعية مناسبة للميكروويف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الشركة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الجهاز أثناء التشغيل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الأغطية بحذر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 الجهاز بانتظام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 عند ملاحظة خلل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معادن أو ألمنيوم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أوعية غير مخصصة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تشغيل وهو فارغ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تسخين عبوات مغلقة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أطفال دون إشراف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حريق كهربائي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داخل الميكروويف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التشغيل، اترك الباب مغلقًا، افصل الكهرباء، واطلب المساعدة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يريد تسخين طعام بوعاء معدني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امنعه، واختر وعاءً مناسبًا للميكروويف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يريد إخراج وعاء ساخن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أن يساعده بالغ بقفازات حرارية وانتباه للبخار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باب الميكروويف لا يغلق جيدًا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الاستخدام واطلب فحصه من مختص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وضع المعادن داخل الميكروويف؟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تسبب تلف الجهاز أو خطر حريق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ظهر دخان داخل الجهاز؟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التشغيل، اترك الباب مغلقًا، وافصل الكهرباء بأمان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فتح الأغطية بحذر؟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لتجنب التعرض للبخار الساخن والحروق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تشغيل الميكروويف وهو فارغ؟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قد يؤدي إلى تلف الجهاز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تلفًا في باب الجهاز؟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أتوقف عن استخدامه وأطلب فحصه من مختص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الميكروويف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أوعية مناسبة • لا معادن • افتح بحذر • لا أطفال دون إشراف • نظّفه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"الاستخدام الصحيح للأجهزة المنزلية يجعل المنزل أكثر أمنًا وسلامة"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B.8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</Words>
  <Application>Microsoft Office PowerPoint</Application>
  <PresentationFormat>شاشة عريضة</PresentationFormat>
  <Paragraphs>257</Paragraphs>
  <Slides>14</Slides>
  <Notes>14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عند استخدام الميكروويف</dc:title>
  <dc:subject>PptxGenJS Presentation</dc:subject>
  <dc:creator>PptxGenJS</dc:creator>
  <cp:lastModifiedBy>Lenovo</cp:lastModifiedBy>
  <cp:revision>1</cp:revision>
  <dcterms:created xsi:type="dcterms:W3CDTF">2026-05-06T17:39:59Z</dcterms:created>
  <dcterms:modified xsi:type="dcterms:W3CDTF">2026-05-06T17:48:34Z</dcterms:modified>
</cp:coreProperties>
</file>