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02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3.png"/><Relationship Id="rId5" Type="http://schemas.openxmlformats.org/officeDocument/2006/relationships/image" Target="../media/image18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1.png"/><Relationship Id="rId5" Type="http://schemas.openxmlformats.org/officeDocument/2006/relationships/image" Target="../media/image14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30.png"/><Relationship Id="rId5" Type="http://schemas.openxmlformats.org/officeDocument/2006/relationships/image" Target="../media/image38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5.png"/><Relationship Id="rId5" Type="http://schemas.openxmlformats.org/officeDocument/2006/relationships/image" Target="../media/image40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6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2.png"/><Relationship Id="rId5" Type="http://schemas.openxmlformats.org/officeDocument/2006/relationships/image" Target="../media/image4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مخاطر الكهرباء والغاز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وقاية، صيانة، وتصرف صحيح وقت الطوارئ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"الخطر الكهربائي أو تسرب الغاز يحتاج إلى تصرف آمن ومختصين، لا اجتهاد فردي"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بإدارة مخاطر الكهرباء والغاز؟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خلل قد يتحول إلى خطر كبير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المنازل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الحرائق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الكهربائية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الغاز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وكبار السن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الأعطال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والتحميل الزائد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الإبلاغ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المبكر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الكهربائي أو تسرب الغاز لا يحتمل التجربة أو الاجتهاد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بإدارة مخاطر الكهرباء والغاز؟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تعرّف، تقليل، استعداد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الأجهزة دوريًا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الشركة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تحميل المقابس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أماكن الغاز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إغلاق الغاز بعد الاستخدام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الأعطال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المخاطر لا تعني الإصلاح بنفسك، بل معرفة متى تتوقف وتطلب المختصين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الكهرباء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صعق وحريق وتلف الأجهزة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دون متابعة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قرب 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عالية الاستهلاك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غير معتمدة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إصلاح دون مختص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شرر أو رائحة احتراق أو سخونة غير طبيعية مؤشر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التحميل الزائد على المقابس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وذوبان وحريق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عالية في مقبس واحد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وصلات رديئة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تحت السجاد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 طويل بدل التوصيل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سخونة القابس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غير المستخدمة، واطلب فحصًا مختصًا عند تكرار الأعطال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والماء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اجتماعهما يزيد خطر الصعق والحريق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وأنت مبلل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الأجهزة عن الأحواض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جهازًا سقط في الماء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الكهرباء من مكان آمن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مصابًا بالصعق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تمديدات مكشوفة أو مبللة — اتصل بـ 999 عند الخطر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الأجهزة الكهربائية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صحيح وصيانة مناسبة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الشركة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غير المستخدم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ما يصدر رائحة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 ما يحتاج تهوية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الساخن عن الأقمشة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الأسلاك دوريًا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تالفة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الأجهزة التالفة ليست مجرد مشكلة تشغيل، بل قد تكون مصدر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الشحن والبطاريات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وبطاريات قد تكون خطرة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أصلية معتمدة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شحن فوق الأسرة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بطاريات منتفخة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شحن في الحرارة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 الشاحن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عند السخونة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البطارية المتضررة أو المنتفخة يجب عدم استخدامها أو محاولة فتحها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الغاز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انفجار أو اختناق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توصيلات تالفة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الغاز مفتوحًا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التهوية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أسطوانات غير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رائحة الغاز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إشعال نار عند التسرب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غير آمن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الغاز ليست أمرًا عاديًا — يجب التعامل معها كعلامة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الاشتباه بتسرب غاز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أي مصدر شرر أو لهب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تشعل أي لهب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المفاتيح الكهربائية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النوافذ إن كان آمنًا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مصدر الغاز إن أمكن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المكان بهدوء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لمكان آمن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تبحث عن مصدر التسرب باستخدام النار أو الولاعة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وأول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التهوية يزيد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جيدة التهوية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مولدات داخل المنزل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فحم داخل المغلق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مركبة في كراج مغلق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أو دوخة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للهواء النقي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ظهور أعراض، غادر المكان واتصل بـ 999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أسطوانات الغاز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واستخدام 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جيد التهوية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بعيدة عن الحرارة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المنظم والخرطوم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خرطوم متشقق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إغلاق بعد الاستخدام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تخزين بغرف النوم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مختص عند الشك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الأسطوانة الآمنة هي التي تُحفظ وفق التعليمات بعيدًا عن مصادر الخطر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والغاز في المطبخ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وكهرباء وغاز في مكان واحد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الطبخ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الكهرباء عن 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قرب الموقد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الغاز بعد الاستخدام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كهرباء عند تسرب الغاز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نظف تراكم الدهون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المطبخ من أكثر الأماكن التي تحتاج إلى مراقبة مستمرة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والغاز في الأماكن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رطوبة وحرارة وأتربة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للاستخدام الخارجي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عن المياه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وصلات مكشوفة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مولدات بمكان مغلق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أسطوانات بالشمس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يصلح داخل المنزل قد لا يكون آمنًا للاستخدام الخارجي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المولدات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شديد إذا استُخدمت بمكان غير 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بمكان مغلق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في الخارج بتهوية جيدة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النوافذ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تعبئ الوقود أثناء التشغيل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الوقود عن الحرارة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توصلها بشبكة المنزل عشوائيًا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الشركة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المولد بمكان مغلق قد يسبب خطرًا شديدًا بسبب الغازات الضارة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الخطر التي لا يجب تجاهلها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كهرباء وغاز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شرر من مقبس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متكرر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غاز واضحة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تسرب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بمكان مغلق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لهب غير طبيعي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الاستخدام، ابتعد، واطلب فحصًا مختصًا أو اتصل بـ 999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الأسرة والمنشأة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مسؤولية مشتركة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 علامات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المواد عن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الأجهزة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إغلاق الغاز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دورية للمنشأة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الإبلاغ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طوارئ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المبكر عن الخطر يمنع الحوادث قبل وقوعها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حريق كهربائي أو خطر غاز؟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ركّز على الإخلاء وطلب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مصادر الكهرباء والغاز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مصدر كهربائي نشط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إذا كان الخطر يتزايد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الموجودين بهدوء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الباب خلفك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لمكان آمن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السيطرة على خطر كهربائي أو غاز إذا لم يكن الأمر آمنًا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الكهرباء والغاز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الأجهزة دوريًا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شواحن معتمدة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الأجهزة الساخنة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الغاز بعد الاستخدام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تهوية مناسبة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بلّغ عن أي رائحة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قرب الماء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الأعطال بنفسك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كهرباء عند تسرب الغاز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 في مكان مغلق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أسلاكًا مكشوفة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الإخلاء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شممت رائحة غاز واضحة في المطبخ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المفاتيح الكهربائية والنار، هوّ المكان إن كان آمنًا، أغلق الغاز، ابتعد، واتصل بـ 999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شررًا ورائحة احتراق من مقبس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إن كان آمنًا، لا تلمس الأسلاك، أبعد الأشخاص، واطلب فحصًا أو 999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يريد تشغيل مولد داخل كراج مغلق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امنعه، انقل المولد للخارج بتهوية جيدة بعيدًا عن الأبواب والنوافذ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يعبث بسلك شاحن تالف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الطفل فورًا، افصل الشاحن إن كان آمنًا، تخلّص منه، ووعِّ الأسرة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الصحيح عند الاشتباه بتسرب غاز؟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المفاتيح والنار، هوّ إن كان آمنًا، ابتعد، واتصل بـ 999 عند الخطر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الماء على مصدر كهربائي نشط؟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يزيد خطر الصعق أو الحريق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نستخدم المولد بمكان مغلق؟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ينتج غازات ضارة وخطيرة، يجب تشغيله في الخارج بتهوية جيدة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الصيانة والفحص الدوري؟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اكتشاف الأعطال والتسربات قبل تحولها إلى حرائق أو إصابات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بالوعي والالتزام اليومي بإجراءات السلامة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الروائح • أجهزة سليمة • لا إصلاح ذاتي • تهوية مناسبة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"سلامة الكهرباء والغاز تبدأ من وعيك بالمخاطر وتصرفك الصحيح عند أول علامة"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1627</Words>
  <Application>Microsoft Office PowerPoint</Application>
  <PresentationFormat>شاشة عريضة</PresentationFormat>
  <Paragraphs>394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مخاطر الكهرباء والغاز</dc:title>
  <dc:subject>PptxGenJS Presentation</dc:subject>
  <dc:creator>هيئة أبوظبي للدفاع المدني</dc:creator>
  <cp:lastModifiedBy>Lenovo</cp:lastModifiedBy>
  <cp:revision>1</cp:revision>
  <dcterms:created xsi:type="dcterms:W3CDTF">2026-05-08T00:15:28Z</dcterms:created>
  <dcterms:modified xsi:type="dcterms:W3CDTF">2026-05-08T00:28:38Z</dcterms:modified>
</cp:coreProperties>
</file>