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8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4.png"/><Relationship Id="rId5" Type="http://schemas.openxmlformats.org/officeDocument/2006/relationships/image" Target="../media/image32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الإخلاء في المباني متعددة الطوابق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منظم… وسلامة للجميع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"الإخلاء الآمن يعتمد على معرفة المسارات، والالتزام بالتعليمات، والوصول إلى نقطة التجمع دون تأخير"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نحتاج إلى خطة 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تضم المباني عددًا كبيرًا من الأفراد، وغياب الخطة يسبب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أولوية كل خطة طوارئ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الخروج من المبنى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الحركة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السلالم والممرات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الاستجابة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لعمل فرق الطوارئ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آمنة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محدد مسبقًا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حصر الجميع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المفقودين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المعروفة مسبقًا تقلل الارتباك وقت الطوارئ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بخطة الإخلاء؟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واضحة لخروج الأفراد بأمان عند حدوث طارئ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المخصصة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أدوار فريق السلامة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المحتاجين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آلية الإبلاغ والتواصل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الناجحة يجب أن تكون واضحة وسهلة التطبيق ومعروفة للجميع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يتم الإخلاء؟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تستدعي مغادرة المبنى أو الانتقال إلى منطقة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إنذار الحريق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احتراق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نشوب حريق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إنشائي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من الإدارة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حالة طارئة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 بنفسك — اتبع التعليمات فور صدورها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سماع جهاز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الإنذار تنبيه يجب التعامل معه بجدية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أي نشاط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للتعليمات الصوتية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اتجه إلى أقرب مخرج طوارئ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فقط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إلا بعد السماح الرسمي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التأخير أو تجاهل الإنذار قد يعرّضك ويعرّض الآخرين للخطر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 ومخارج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وُضعت لتسهيل خروج الأفراد بأمان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خلو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المخارج للتخزين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مخرج محجوب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الواضح والخالي من العوائق قد ينقذ حياة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السلالم هي المسار الأساسي للإخلاء عند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11320272" y="27340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11320272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فقط أثناء الحريق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13639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11320272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11320272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13639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 إطلاقًا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575304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11320272" y="36118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1132027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57530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 بهدوء ودون تدافع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014216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11320272" y="405079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11320272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01421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امسك الدرابزين عند الحاجة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453128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11320272" y="44897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11320272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45312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مساحة لمن يحتاج المساعدة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892040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11320272" y="49286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0"/>
          <p:cNvSpPr/>
          <p:nvPr/>
        </p:nvSpPr>
        <p:spPr>
          <a:xfrm>
            <a:off x="11320272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89204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داخل السلم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330952"/>
            <a:ext cx="6858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11320272" y="53675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11320272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330952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 الحركة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النزول المنظم يحمي الجميع من التدافع والإصابات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نستخدم المصاعد؟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تصبح المصاعد غير آمنة أثناء الحريق وانقطاع الكهرباء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تتوقف بسبب انقطاع الكهرباء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تتجه إلى طابق متأثر بالدخان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تتعطل وتعيق الإخلاء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تتداخل مع عمل فرق الطوارئ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تزيد مدة الخروج من المبنى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لا تفتح أبوابها بشكل طبيعي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تحبس الأفراد داخل المبنى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المخصصة للطوارئ، واتبع تعليمات الإدارة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الموظف الواعي يساعد على حماية فريق العمل بالكامل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الآمن خارج المبنى للاجتماع بعد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السلامة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المفقودين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الأفراد بأمان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إتاحة المجال للطوارئ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مباشرة للنقطة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قرب المداخل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قبل المغادرة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للموظفين: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الوصول إلى نقطة التجمع جزء أساسي من خطة الإخلاء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إدارة المبنى وفريق السلامة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مسؤولون عن تفعيل خطة الإخلاء وتنظيم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إطلاق تعليمات الإخلاء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الأفراد للمسارات الآمنة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خلو الممرات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المحتاجين للمساعدة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مع الجهات المختصة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العودة للمبنى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توجيهات فريق السلامة يساعد على نجاح الإخلاء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السكان والموظفين والزوار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نجاح الإخلاء يعتمد على التزام كل شخص داخل المبنى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محدودة وحاجة للمساعدة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إخلاء خاصة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يحتاجون مرافقة ومتابعة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ومعدات طبية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الإجهاد والاستعجال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ملمّين بالمبنى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الإخلاء الجيدة تراعي احتياجات جميع الأفراد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التزامات الأفراد داخل المبنى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نجاح الإخلاء يعتمد على التزام كل شخص داخل المبنى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لوحات الإرشاد بانتظام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الممرات أو السلالم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أو عائق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الإخلاء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المصاعد وقت الحريق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الآخرين دون تعريض نفسك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بالبقاء في نقطة التجمع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شخص داخل المبنى له دور في السلامة العامة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مسار الإخلاء غير 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المسار المعتاد غير مناسب بسبب الدخان أو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دخان كثيف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المسار البديل الآمن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لموقع أكثر أمانًا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وحدد موقعك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عدد الأشخاص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الجهات المختصة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تخاطر بالدخول في مسار غير آمن — اطلب المساعدة ووضّح موقعك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المعلومة الدقيقة تساعد في سرعة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على بلاغ واضح: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"يوجد دخان في الطابق الخامس قرب السلم الشرقي، وهناك شخص يحتاج إلى مساعدة"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اسم المبنى والموقع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الطابق ونوع الخطر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المحتاجين للمساعدة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نشر معلومات غير مؤكدة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والدقيق ينقذ الأرواح ويسرّع وصول المساعدة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الشخصية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المحتاجين بأمان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مفقود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تدفع الآخرين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المبنى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 الإخلاء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أمام المداخل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معلومات غير مؤكدة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الإنذار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جهاز الإنذار في مبنى متعدد الطوابق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فورًا، اتبع مسار الإخلاء، واستخدم السلالم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المخرج القريب محجوب بالدخان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مسارًا بديلًا آمنًا، أو اتصل بالطوارئ وحدد موقعك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شخصًا كبيرًا في السن يحتاج إلى مساعدة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فريق السلامة وساعده إذا كان آمنًا دون تعريض نفسك للخطر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خرجت من المبنى وتذكرت غرضًا مهمًا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المبنى، وانتظر التعليمات الرسمية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الوسيلة الآمنة للإخلاء أثناء الحريق؟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السلالم المخصصة للطوارئ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أثناء الحريق؟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يكون المصعد غير آمن أثناء الطوارئ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بعد الخروج من المبنى؟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أتوجه إلى نقطة التجمع وأنتظر التعليمات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عدم العودة إلى المبنى؟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الخطر قد يكون مستمرًا أو غير ظاهر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كان مسار الإخلاء غير آمن؟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أستخدم مسارًا بديلًا إن كان آمنًا، أو أتصل بالطوارئ وأحدد موقعي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الإخلاء في المباني متعددة الطوابق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المخارج • استخدم السلالم • توجه لنقطة التجمع • لا تعُد للمبنى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"الإخلاء المنظم يحمي الأرواح ويجعل المباني أكثر أمنًا وسلامة"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Microsoft Office PowerPoint</Application>
  <PresentationFormat>شاشة عريضة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خطط الإخلاء في المباني متعددة الطوابق</dc:title>
  <dc:subject>PptxGenJS Presentation</dc:subject>
  <dc:creator>هيئة أبوظبي للدفاع المدني</dc:creator>
  <cp:lastModifiedBy>Lenovo</cp:lastModifiedBy>
  <cp:revision>1</cp:revision>
  <dcterms:created xsi:type="dcterms:W3CDTF">2026-05-06T01:35:42Z</dcterms:created>
  <dcterms:modified xsi:type="dcterms:W3CDTF">2026-05-14T23:00:28Z</dcterms:modified>
</cp:coreProperties>
</file>