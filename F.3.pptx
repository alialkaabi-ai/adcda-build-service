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0488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12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14.png"/><Relationship Id="rId5" Type="http://schemas.openxmlformats.org/officeDocument/2006/relationships/image" Target="../media/image32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14.png"/><Relationship Id="rId5" Type="http://schemas.openxmlformats.org/officeDocument/2006/relationships/image" Target="../media/image16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خطط الإخلاء في المباني متعددة الطوابق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إخلاء منظم… وسلامة للجميع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1371600" y="5257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"الإخلاء الآمن يعتمد على معرفة المسارات، والالتزام بالتعليمات، والوصول إلى نقطة التجمع دون تأخير"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نحتاج إلى خطة إخلاء؟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تضم المباني عددًا كبيرًا من الأفراد، وغياب الخطة يسبب الارتباك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أولوية كل خطة طوارئ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الإصابات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الخروج من المبنى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الحركة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السلالم والممرات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الاستجابة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لعمل فرق الطوارئ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تجمع آمنة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موقع محدد مسبقًا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حصر الجميع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المفقودين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الخطة المعروفة مسبقًا تقلل الارتباك وقت الطوارئ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بخطة الإخلاء؟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إجراءات واضحة لخروج الأفراد بأمان عند حدوث طارئ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الإخلاء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الطوارئ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السلالم المخصصة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أدوار فريق السلامة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المحتاجين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آلية الإبلاغ والتواصل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الخطة الناجحة يجب أن تكون واضحة وسهلة التطبيق ومعروفة للجميع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يتم الإخلاء؟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تستدعي مغادرة المبنى أو الانتقال إلى منطقة آمنة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إنذار الحريق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أو احتراق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نشوب حريق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غاز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إنشائي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من الإدارة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حالة طارئة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رؤية الخطر بنفسك — اتبع التعليمات فور صدورها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سماع جهاز الإنذار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 الإنذار تنبيه يجب التعامل معه بجدية وهدوء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أي نشاط فورًا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للتعليمات الصوتية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الأغراض الشخصية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اتجه إلى أقرب مخرج طوارئ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 فقط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إلى نقطة التجمع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إلا بعد السماح الرسمي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التأخير أو تجاهل الإنذار قد يعرّضك ويعرّض الآخرين للخطر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الإخلاء ومخارج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وُضعت لتسهيل خروج الأفراد بأمان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تعرّف على أقرب مخرج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مسارًا بديلًا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خلو الممرات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المخارج للتخزين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تغلق أبواب الطوارئ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لوحات الإرشاد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مخرج محجوب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المخرج الواضح والخالي من العوائق قد ينقذ حياة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السلالم أثناء الإخلاء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السلالم هي المسار الأساسي للإخلاء عند الحريق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9"/>
          <p:cNvSpPr/>
          <p:nvPr/>
        </p:nvSpPr>
        <p:spPr>
          <a:xfrm>
            <a:off x="11320272" y="27340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0"/>
          <p:cNvSpPr/>
          <p:nvPr/>
        </p:nvSpPr>
        <p:spPr>
          <a:xfrm>
            <a:off x="11320272" y="2734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 فقط أثناء الحريق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13639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11320272" y="317296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1132027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13639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المصاعد إطلاقًا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575304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11320272" y="36118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1132027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575304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انزل بهدوء ودون تدافع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014216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11320272" y="405079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2"/>
          <p:cNvSpPr/>
          <p:nvPr/>
        </p:nvSpPr>
        <p:spPr>
          <a:xfrm>
            <a:off x="11320272" y="4050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014216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امسك الدرابزين عند الحاجة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453128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5"/>
          <p:cNvSpPr/>
          <p:nvPr/>
        </p:nvSpPr>
        <p:spPr>
          <a:xfrm>
            <a:off x="11320272" y="448970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6"/>
          <p:cNvSpPr/>
          <p:nvPr/>
        </p:nvSpPr>
        <p:spPr>
          <a:xfrm>
            <a:off x="11320272" y="4489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453128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مساحة لمن يحتاج المساعدة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89204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29"/>
          <p:cNvSpPr/>
          <p:nvPr/>
        </p:nvSpPr>
        <p:spPr>
          <a:xfrm>
            <a:off x="11320272" y="49286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0"/>
          <p:cNvSpPr/>
          <p:nvPr/>
        </p:nvSpPr>
        <p:spPr>
          <a:xfrm>
            <a:off x="11320272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89204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تتوقف داخل السلم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33095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3"/>
          <p:cNvSpPr/>
          <p:nvPr/>
        </p:nvSpPr>
        <p:spPr>
          <a:xfrm>
            <a:off x="11320272" y="53675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1320272" y="5367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33095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أغراضًا تعيق الحركة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النزول المنظم يحمي الجميع من التدافع والإصابات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نستخدم المصاعد؟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تصبح المصاعد غير آمنة أثناء الحريق وانقطاع الكهرباء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تتوقف بسبب انقطاع الكهرباء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تتجه إلى طابق متأثر بالدخان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تتعطل وتعيق الإخلاء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تتداخل مع عمل فرق الطوارئ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تزيد مدة الخروج من المبنى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لا تفتح أبوابها بشكل طبيعي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تحبس الأفراد داخل المبنى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 المخصصة للطوارئ، واتبع تعليمات الإدارة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الموظف الواعي يساعد على حماية فريق العمل بالكامل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الآمن خارج المبنى للاجتماع بعد الإخلاء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السلامة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المفقودين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الأفراد بأمان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إتاحة المجال للطوارئ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مباشرة للنقطة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قرب المداخل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قبل المغادرة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للموظفين: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الوصول إلى نقطة التجمع جزء أساسي من خطة الإخلاء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إدارة المبنى وفريق السلامة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مسؤولون عن تفعيل خطة الإخلاء وتنظيم الاستجابة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إطلاق تعليمات الإخلاء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الأفراد للمسارات الآمنة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خلو الممرات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المحتاجين للمساعدة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مع الجهات المختصة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العودة للمبنى بأمان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توجيهات فريق السلامة يساعد على نجاح الإخلاء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مسؤولية السكان والموظفين والزوار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نجاح الإخلاء يعتمد على التزام كل شخص داخل المبنى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08610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7675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7675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محدودة وحاجة للمساعدة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440283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0861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1723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31723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ترتيبات إخلاء خاصة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824331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08610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5771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915771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يحتاجون مرافقة ومتابعة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7947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56235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594860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7675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المرضى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147675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ومعدات طبية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21995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440283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59486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1723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النساء الحوامل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531723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الإجهاد والاستعجال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806043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27"/>
          <p:cNvSpPr/>
          <p:nvPr/>
        </p:nvSpPr>
        <p:spPr>
          <a:xfrm>
            <a:off x="824331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594860"/>
            <a:ext cx="411480" cy="41148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15771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الزوار</a:t>
            </a:r>
            <a:endParaRPr lang="en-US" sz="1400" dirty="0"/>
          </a:p>
        </p:txBody>
      </p:sp>
      <p:sp>
        <p:nvSpPr>
          <p:cNvPr id="39" name="Text 29"/>
          <p:cNvSpPr/>
          <p:nvPr/>
        </p:nvSpPr>
        <p:spPr>
          <a:xfrm>
            <a:off x="915771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ملمّين بالمبنى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الإخلاء الجيدة تراعي احتياجات جميع الأفراد</a:t>
            </a:r>
            <a:endParaRPr lang="ar-AE" sz="1200" dirty="0"/>
          </a:p>
        </p:txBody>
      </p:sp>
      <p:sp>
        <p:nvSpPr>
          <p:cNvPr id="42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3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التزامات الأفراد داخل المبنى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نجاح الإخلاء يعتمد على التزام كل شخص داخل المبنى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مخارج الطوارئ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اقرأ لوحات الإرشاد بانتظام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الممرات أو السلالم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 أو عائق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الإخلاء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المصاعد وقت الحريق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الآخرين دون تعريض نفسك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بالبقاء في نقطة التجمع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شخص داخل المبنى له دور في السلامة العامة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مسار الإخلاء غير آمن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يكون المسار المعتاد غير مناسب بسبب الدخان أو الحرارة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منطقة دخان كثيف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المسار البديل الآمن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الأبواب خلفك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انتقل لموقع أكثر أمانًا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وحدد موقعك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عدد الأشخاص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الجهات المختصة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تخاطر بالدخول في مسار غير آمن — اطلب المساعدة ووضّح موقعك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أثناء الإخلاء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المعلومة الدقيقة تساعد في سرعة الاستجابة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مثال على بلاغ واضح: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"يوجد دخان في الطابق الخامس قرب السلم الشرقي، وهناك شخص يحتاج إلى مساعدة"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اسم المبنى والموقع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الطابق ونوع الخطر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المحتاجين للمساعدة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نشر معلومات غير مؤكدة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الواضح والدقيق ينقذ الأرواح ويسرّع وصول المساعدة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أثناء الإخلاء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لوحات الإرشاد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الأغراض الشخصية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إلى نقطة التجمع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المحتاجين بأمان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مفقود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أو تدفع الآخرين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إلى المبنى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أغراضًا تعيق الإخلاء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أمام المداخل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تنشر معلومات غير مؤكدة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الإنذار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سمعت جهاز الإنذار في مبنى متعدد الطوابق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فورًا، اتبع مسار الإخلاء، واستخدم السلالم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المخرج القريب محجوب بالدخان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مسارًا بديلًا آمنًا، أو اتصل بالطوارئ وحدد موقعك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رأيت شخصًا كبيرًا في السن يحتاج إلى مساعدة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فريق السلامة وساعده إذا كان آمنًا دون تعريض نفسك للخطر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خرجت من المبنى وتذكرت غرضًا مهمًا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إلى المبنى، وانتظر التعليمات الرسمية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الوسيلة الآمنة للإخلاء أثناء الحريق؟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السلالم المخصصة للطوارئ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المصعد أثناء الحريق؟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قد يكون المصعد غير آمن أثناء الطوارئ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بعد الخروج من المبنى؟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أتوجه إلى نقطة التجمع وأنتظر التعليمات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عدم العودة إلى المبنى؟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 الخطر قد يكون مستمرًا أو غير ظاهر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كان مسار الإخلاء غير آمن؟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أستخدم مسارًا بديلًا إن كان آمنًا، أو أتصل بالطوارئ وأحدد موقعي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خطط الإخلاء في المباني متعددة الطوابق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المخارج • استخدم السلالم • توجه لنقطة التجمع • لا تعُد للمبنى •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"الإخلاء المنظم يحمي الأرواح ويجعل المباني أكثر أمنًا وسلامة"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F.3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1419</Words>
  <Application>Microsoft Office PowerPoint</Application>
  <PresentationFormat>شاشة عريضة</PresentationFormat>
  <Paragraphs>339</Paragraphs>
  <Slides>18</Slides>
  <Notes>18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18</vt:i4>
      </vt:variant>
    </vt:vector>
  </HeadingPairs>
  <TitlesOfParts>
    <vt:vector size="22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خطط الإخلاء في المباني متعددة الطوابق</dc:title>
  <dc:subject>PptxGenJS Presentation</dc:subject>
  <dc:creator>هيئة أبوظبي للدفاع المدني</dc:creator>
  <cp:lastModifiedBy>Lenovo</cp:lastModifiedBy>
  <cp:revision>1</cp:revision>
  <dcterms:created xsi:type="dcterms:W3CDTF">2026-05-06T01:35:42Z</dcterms:created>
  <dcterms:modified xsi:type="dcterms:W3CDTF">2026-05-14T23:00:28Z</dcterms:modified>
</cp:coreProperties>
</file>