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666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2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4.png"/><Relationship Id="rId5" Type="http://schemas.openxmlformats.org/officeDocument/2006/relationships/image" Target="../media/image21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40.png"/><Relationship Id="rId5" Type="http://schemas.openxmlformats.org/officeDocument/2006/relationships/image" Target="../media/image38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25.png"/><Relationship Id="rId5" Type="http://schemas.openxmlformats.org/officeDocument/2006/relationships/image" Target="../media/image26.png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13.png"/><Relationship Id="rId5" Type="http://schemas.openxmlformats.org/officeDocument/2006/relationships/image" Target="../media/image16.png"/><Relationship Id="rId10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إدارة مخاطر الأحوال الجوية والسيول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استعداد مسبق وتصرف واعٍ في الحالات الجوية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"الاستعداد قبل الحالة الجوية أسهل وأكثر أمانًا من التصرف تحت الضغط أثناء الخطر"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بإدارة مخاطر الأحوال الجوية؟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حوادث وتجمعات مياه وانقطاع خدمات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والممتلكات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الحوادث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المطر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ابتعاد عن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مجاري الأودية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جاهزية الأسرة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للطوارئ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الفئات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المعرضة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وضوح وتنظيم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التنبيهات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قبل الحالة الجوية أسهل وأكثر أمانًا من التصرف تحت الضغط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بإدارة مخاطر الأحوال الجوية؟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الخطر والاستعداد له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التنبيهات الرسمية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المنزل والممتلكات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الطرق الخطرة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طوارئ منزلية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تواصل للأسرة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تجازف بعبور المياه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في السيول قد يظهر بسرعة — لا تستهن بالمياه الجارية أو المتجمعة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مخاطر الأمطار الغزيرة والسيول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مخاطر متعددة في الطرق والمناطق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تجمع المياه في الطرق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جريان السيول في الأودية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انخفاض مدى الرؤية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انزلاق المركبات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تطاير الأجسام بالرياح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انقطاع الكهرباء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دخول المياه للمنازل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الجاري قد يبدو بسيطًا، لكنه قد يكون قويًا وخطرًا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التنبيهات الرسمية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أساس اتخاذ القرار الصحيح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القنوات الرسمية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تعتمد على الشائعات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تأجيل الرحلات عند التحذير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إبلاغ الأسرة بالتحديثات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بالتعليمات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استعداد مبكر قبل الاشتداد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التنبيه الرسمي ليس للمشاهدة فقط — بل لاتخاذ إجراء وقائي مناسب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المخاطر قبل الحالة الجوية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تثبيت الأغراض الخارجية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تصريف المياه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الأجهزة عن المياه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شحن الأجهزة الضرورية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 مصباح يدوي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فصل الكهرباء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احتياجات أساسية للأسرة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أي مصدر كهربائي إذا كان قريبًا من الماء أو الرطوبة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الأطفال وكبار السن وأصحاب الهمم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خاصة في الحالات الجوية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أبقِ الأطفال داخل المنزل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ابعدهم عن المياه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كبار السن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لأصحاب الهمم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وسيلة تواصل فعالة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وحدهم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قد ينجذبون للمياه المتجمعة — المراقبة المباشرة ضرورية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القيادة في الأمطار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تركيز ومسافة أمان أكبر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السرعة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مسافة أمان أكبر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الأنوار المناسبة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الفرملة المفاجئة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أجهزة إلكترونية أثناء القيادة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طرق تجمع المياه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بأمان عند ضعف الرؤية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الوصول متأخرًا أفضل من المجازفة في طريق غير آمن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عبور تجمعات المياه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أخطر السلوكيات في السيول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العمق قد يكون أكبر مما يبدو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الطريق أسفل الماء متضرر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المركبة قد تفقد توازنها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تيار مائي قوي محتمل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فتحات وعوائق مخفية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الانجراف للمركبة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ابحث عن طريق بديل آمن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 عاجل: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تعبر المياه — انتظر زوال الخطر أو ابحث عن مسار آمن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الأودية ومجاري السيول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تمتلئ بسرعة حتى لو كان المطر بعيدًا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الأودية وقت التحذير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وقوف أو تخييم في المجرى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اقتراب من حواف المجاري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السيل من قرب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المياه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غادر المناطق المنخفضة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العالقين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السيل قد يصل فجأة — الابتعاد عن مجاريه هو أفضل وسيلة للسلامة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الرياح الشديدة والغبار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تأثير على الرؤية وتطاير الأجسام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الأشجار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أدخل أو ثبّت الأغراض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النوافذ والأبواب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القيادة عند الضرورة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السرعة في الغبار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توقف في مسار الطريق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آمن للتوقف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الأجسام المتطايرة قد تسبب إصابات — الوقاية تبدأ بتأمين المحيط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انقطاع الكهرباء أو دخول المياه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مزدوج يحتاج حذرًا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المقابس المبللة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تشغل الكهرباء عند وجود ماء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افصل المصدر من مكان جاف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الماء والكهرباء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مولدات داخل المنزل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بالمختصين عند المشكلة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الماء والكهرباء خطر كبير — لا تتعامل معهما دون أمان ومختصين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العالقين أو المركبات المتوقفة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الإنقاذ العشوائي 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مجرى الماء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الموقع بدقة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تسحب مركبة دون مختصين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المنطقة الخطرة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المختصين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محاولة الإنقاذ العشوائية قد تحول المنقذ إلى ضحية ثانية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المدارس والمرافق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إجراءات واضحة وقت الحالة الجوية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التنبيهات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إلغاء الأنشطة الخارجية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الطلبة عن الخطر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خلو الممرات من المياه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التجمهر قرب النوافذ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لانقطاع الكهرباء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هادئ للجمهور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الجمهور تبدأ بقرار إداري مبكر عند وجود تحذيرات جوية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انتهاء الحالة الجوية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الخطر قد يستمر بعد المطر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تستعجل الخروج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المغمور بالمياه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أسلاكًا ساقطة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المنزل بحذر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لعب الأطفال بالمياه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المخاطر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المختصين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انتهاء المطر لا يعني انتهاء الخطر فورًا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السلوكيات الخاطئة أثناء السيول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عبور الأودية والمياه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تصوير السيول من الخطر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قيادة سريعة في المطر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في الأنفاق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من الأسلاك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لعب الأطفال بالمياه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التنبيهات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نشر شائعات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الفضول أو الاستعجال أثناء السيول قد يؤدي إلى خطر كبير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الأسرة في إدارة المخاطر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والتصرف معًا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التنبيهات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تجهيز الاحتياجات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طريقة تواصل بالأسرة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توعية الأطفال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الأغراض الخارجية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فصل الكهرباء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999 في مكان واضح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الأسرة المستعدة تقلل الارتباك وتحمي أفرادها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المجتمع والمنشآت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تعاون يحمي الجميع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تجمعات المياه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أعطال كهربائية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عرقلة لفرق الاستجابة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حول الخطر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بعيدًا عن الأودية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الفئات المعرضة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نشر المعلومات الرسمية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التعاون المجتمعي وقت الأحوال الجوية يساعد على حماية الجميع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الأحوال الجوية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التنبيهات الرسمية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أمّن المنزل قبل الحالة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خفف السرعة بالمطر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الأودية والمياه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في مكان آمن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المخاطر بعد الحالة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تعبر المياه الجارية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السيول من قرب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أسلاكًا مبللة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لعب للأطفال بالمياه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التحذيرات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الأنفاق المغمورة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إنقاذ دون مختصين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أمامك طريق مغمور بالمياه وتعتقد أن المركبة تستطيع العبور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تعبر، ابحث عن طريق بديل آمن أو انتظر حتى زوال الخطر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أشخاص يقتربون من مجرى وادٍ لتصوير السيل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نبههم بالابتعاد، لا تقترب أنت، واتصل بـ 999 عند الخطر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دخلت مياه قرب المقابس الكهربائية في المنزل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الأشخاص، لا تلمس الأجهزة، افصل الكهرباء من مكان جاف، واطلب المساعدة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المطر، أراد الأطفال اللعب في تجمعات المياه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امنعهم — قد تخفي فتحات أو تلوثًا أو خطرًا كهربائيًا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 إجراء قبل الأحوال الجوية الشديدة؟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التنبيهات الرسمية، تأمين المنزل، وتجنب الخروج عند التحذيرات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عبور تجمعات المياه بالمركبة؟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فعمق المياه أو قوة التيار قد لا تكون واضحة وقد تنجرف المركبة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وجود شخص عالق بسبب السيل؟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فورًا، حدد الموقع بدقة، ولا تحاول الإنقاذ بدون مختصين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يستمر الخطر بعد انتهاء المطر؟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الطرق متضررة، والمياه متجمعة، وقد توجد أعطال كهربائية أو عوائق مخفية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والابتعاد عن الخطر هما الطريق الأكثر أمانًا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تعبر المياه • ابتعد عن الأودية • تابع التنبيهات • اتصل بـ 999 عند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"في الأحوال الجوية والسيول، الوقاية والابتعاد عن الخطر هما الطريق الأكثر أمانًا"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G.6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1642</Words>
  <Application>Microsoft Office PowerPoint</Application>
  <PresentationFormat>شاشة عريضة</PresentationFormat>
  <Paragraphs>396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إدارة مخاطر الأحوال الجوية والسيول</dc:title>
  <dc:subject>PptxGenJS Presentation</dc:subject>
  <dc:creator>هيئة أبوظبي للدفاع المدني</dc:creator>
  <cp:lastModifiedBy>Lenovo</cp:lastModifiedBy>
  <cp:revision>1</cp:revision>
  <dcterms:created xsi:type="dcterms:W3CDTF">2026-05-08T06:30:00Z</dcterms:created>
  <dcterms:modified xsi:type="dcterms:W3CDTF">2026-05-08T21:31:51Z</dcterms:modified>
</cp:coreProperties>
</file>