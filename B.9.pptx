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93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0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المنزلية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منزل آمن… أسرة أكثر سلامة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تبدأ من ترتيب المنزل والانتباه للمخاطر ومراقبة الفئات الأكثر عرضة"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بالإصابات المنزلية؟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نقضي وقتًا طويلًا في المنزل وقد تحدث إصابات بالإهمال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الأسرة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الحوادث اليومية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والجروح والحروق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أطفال وكبار السن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وقائي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المنزل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بيئة آمنة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للجميع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كثير من الإصابات المنزلية يمكن تجنبها بإجراءات بسيطة ومنظمة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الإصابات المنزلية الشائعة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تتنوع حسب الموقع والسلوك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والانزلاق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جروح من الحادة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من السوائل والحرارة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اختناق بالأجسام الصغيرة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تسمم الأدوية والمنظفات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صعق كهربائي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الأثاث والزجاج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المسبح ودورات المياه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المخاطر هي الخطوة الأولى للوقاية منها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السقوط والانزلاق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الإصابات شيوعًا للأطفال وكبار السن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جافة وخالية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السجاد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أدوات في المسارات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الدرابزين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حواجز للأطفال عند السلالم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مانعة للانزلاق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العائق الصغير في مسار الحركة قد يسبب إصابة كبيرة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الجروح والأدوات الحادة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واستخدام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السكاكين بأمان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تركها على الأطراف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للغرض المخصص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تخفها في الحوض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تخلص من الزجاج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الزجاج بيدك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للأدوات الحادة يقلل الإصابات المنزلية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السوائل والبخار ومصادر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السوائل عن الحافة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ساخنًا مع طفل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 المقابض للداخل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القفازات الحرارية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المكواة بعد الاستخدام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الحرارة دون متابعة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تحدث بسرعة، والوقاية منها تحتاج إلى انتباه مستمر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التسمم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الأدوية والمنظفات والمواد الكيميائية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بعيدًا عن 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عبواتها الأصلية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تضعها بعبوات الطعام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التعليمات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المنظفات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تخلّص من المنتهية الصلاحية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 عند الاشتباه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الخاطئ للمواد الخطرة قد يؤدي إلى حادث خطير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الاختناق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الطعام والأجسام الصغيرة والألعاب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أثناء الأكل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طعام بحجم مناسب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القطع الصغيرة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ألعاب مناسبة للعمر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أكياس بلاستيكية للأطفال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بهدوء دون لعب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تعلّم إسعاف الاختناق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الأشياء الصغيرة قد تكون خطيرة على الأطفال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آمن وفحص مستمر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قوابس تالفة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أغطية أمان للمقابس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المختص للأعطال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تحتاج إلى استخدام آمن وفحص مستمر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الفضول والاستكشاف يزيدان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الأدوية والمنظفات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أقفال أمان للخزائن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بالمطبخ أو المسبح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الحادة والولاعات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الأثاث الثقيل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حواجز للسلالم والنوافذ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السلوك الآمن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للأطفال تعتمد على الرقابة وتنظيم البيئة المنزلية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كبار السن وأصحاب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إضافية لتقليل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كافية في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إزالة العوائق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مقابض في دورات المياه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ثبات السجاد والأثاث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قريبة وسهلة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في الممرات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الأدوية بأمان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المنزل الآمن يراعي احتياجات جميع أفراد الأسرة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إصابة؟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واطلب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الخطر بأمان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إصابة قوية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الإسعاف إن كنت تعرف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لفاقد الوعي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الحالات الخطيرة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يبدأ بحماية المصاب وطلب المساعدة المناسبة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للوقاية من الإصابات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المنزل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جافة وخالية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الحادة والكيميائية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التمديدات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إسعافات أولية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سوائل بدون تنظيف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دون إشراف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منظفات بعبوات طعام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الزجاج بيدك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الكهرباء بنفسك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المؤشرات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مبللة في الممر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نظّفها فورًا أو ضع تنبيهًا مؤقتًا حتى التنظيف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يحاول فتح خزانة المنظفات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فورًا، أغلق الخزانة، وخزّنها بأمان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كُسر كوب زجاجي على الأرض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الأسرة واستخدم أدوات مناسبة لجمع الزجاج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أحد الأفراد بألم شديد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إن كانت الإصابة قوية، واتصل بالطوارئ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إبقاء الممرات خالية من العوائق؟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التعثر والسقوط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تخزين المنظفات بعبوات الطعام؟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حفظها في عبواتها الأصلية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وجود زجاج مكسور؟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واجمعه بأدوات مناسبة، وليس باليد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نحرك المصاب بعد سقوط قوي؟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إن كانت الإصابة قوية يجب طلب المساعدة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طريقة لحماية الأطفال؟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وإبعاد الخطر عن متناولهم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المنزلية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رتّب المنزل • راقب الأطفال • خزّن بأمان • استخدم بحذر • إسعافات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"المنزل الآمن يبدأ من وعي الأسرة والتزامها بالسلوك الوقائي"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B.9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Microsoft Office PowerPoint</Application>
  <PresentationFormat>شاشة عريضة</PresentationFormat>
  <Paragraphs>278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0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الإصابات المنزلية</dc:title>
  <dc:subject>PptxGenJS Presentation</dc:subject>
  <dc:creator>PptxGenJS</dc:creator>
  <cp:lastModifiedBy>Lenovo</cp:lastModifiedBy>
  <cp:revision>1</cp:revision>
  <dcterms:created xsi:type="dcterms:W3CDTF">2026-05-06T17:51:00Z</dcterms:created>
  <dcterms:modified xsi:type="dcterms:W3CDTF">2026-05-06T17:56:12Z</dcterms:modified>
</cp:coreProperties>
</file>