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حول المسابح والمنتجعات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وكهرباء… احتياطات لا تحتمل الإهمال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"وجود الكهرباء بالقرب من الماء يتطلب احتياطات إضافية لحماية الأرواح والوقاية من الصعق الكهربائي"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بهذا الموضوع؟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تُستخدم في الإضاءة والمضخات وأجهزة التنقية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الصعق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الأكبر مع الماء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والأسرة والزوار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الحرائق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والأعطال الكهربائية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المرافق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المسابح والمنتجعات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تعزيز الوعي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استخدام الأجهزة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الصيانة الدورية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ومتابعة المعدات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يزيد خطورة الكهرباء، لذلك يجب التعامل معها بحذر شديد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الكهربائية حول المسابح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بسبب التمديدات غير الآمنة أو الأجهزة غير المخصصة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كهربائية قرب الماء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مكشوفة أو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توصيلات غير مخصصة للرطب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لمس الأجهزة بأيدٍ مبللة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ومضخات غير مصانة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وسماعات قرب الحافة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قرب التوصيلات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توصيل أو جهاز كهربائي قريب من الماء يحتاج إلى فحص واعتماد وصيانة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السلامة الأساسية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الأجهزة والتوصيلات بعيدة عن الماء ومناطق البلل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قرب حافة المسبح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شواحن قرب 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الأجهزة بأيدٍ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في المسارات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معدات غير مخصصة للرطب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 عن أي 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الفحص الدوري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مصدر الخطر أفضل من محاولة التعامل معه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الأجهزة الإلكترونية حول المسبح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ملامسة الماء قد تسبب خطرًا كهربائيًا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الأجهزة قرب حافة المسبح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الأجهزة قرب الماء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الشواحن على أرضية مبللة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الأجهزة في موقع جاف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بأيدٍ مبللة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تلتقط جهازًا متصلًا في الماء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قبل الاقتراب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متناول الأطفال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الترفيه لا يجب أن يكون على حساب السلامة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الإضاءة والمضخات ومعدات التشغيل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أن تكون مصممة ومثبتة وفق متطلبات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من قبل مختصين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دورية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 معدات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السخونة المتكررة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صناديق الكهرباء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عند الاشتباه بخلل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المسبح الكهربائية لا يجب التعامل معها إلا من قبل 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التمديدات والتوصيلات المؤقتة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تكون خطرة إذا كانت قريبة من الماء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توصيلات مؤقتة قرب المسبح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في الحركة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تالفة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تحت السجاد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كهرباء معتمدة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غير المستخدم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فحص المختص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التوصيلة المؤقتة في منطقة رطبة قد تتحول إلى خطر مباشر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الأحوال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الأمطار والعواصف تزيد خطورة الكهرباء حول الماء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الأجهزة عند الأمطار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المسابح عند الرعد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صناديق مبللة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بأمان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معدات بها خلل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الإدارة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قبل التأكد من السلامة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التنبيهات الجوية الرسمية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الأحوال الجوية قد تزيد خطر الكهرباء والماء معًا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والزوار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لا يدركون خطورة الكهرباء حول المسابح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غرف الكهرباء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بلمس التوصيلات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قرب 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 الزوار للالتزام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السلوك غير الآمن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خطورة الكهرباء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المراقبة والتوجيه يحميان الفئات الأكثر عرضة للمخاطر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 الكهربائي حول الماء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التوقف الفوري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مكشوفة أو تالفة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أو سخونة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وميض غير معتاد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متكرر للكهرباء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أصوات غير طبيعية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صناديق مبللة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إحساس بوخز كهربائي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الزائر يعتمد على موظفي المنشأة في معرفة التصرف الصحيح أثناء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فورًا، أبعد الآخرين، وأبلغ المسؤول أو المختص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للمخاطر حول المسابح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الفئات تحتاج إلى عناية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لعب قرب التوصيلات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 قرب الماء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الخروج السريع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 الجدد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بالمرفق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السبّاحون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اتصال مباشر مع الماء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العاملون في الصيانة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مع المعدات الكهربائية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تشمل الجميع، وتحتاج إلى مراعاة احتياجات كل فئة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الاشتباه بخطر كهربائي؟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أو تحاول الإصلاح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الجهاز أو التمديدات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عند الاشتباه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والزوار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 أو المختص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تدخل المختصين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غير المدروس قد يعرّض أكثر من شخص للإصابة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خاصة في كهرباء المسابح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المواقف تستدعي حذرًا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الإضاءة تحت الماء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المضخات لأول مرة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ترميم المسابح والمنتجعات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أجهزة جديدة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تنظيف صناديق الكهرباء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في موسم الذروة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انقطاع وعودة التيار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عمل كهربائي حول المسبح يحتاج إلى تخطيط واحتياطات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والإبلاغ عن خطر كهربائي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يسرّع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وميض غير طبيعي في إضاءة المسبح وتم إبعاد المستخدمين عن الماء"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المصابين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حول المسابح والمنتجعات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الأجهزة بعيدة عن الماء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معدات للبيئات الرطبة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خلل فورًا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والزوار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الإدارة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الصيانة من مختصين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الأجهزة قرب الحافة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قرب الماء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تلمسها بأيدٍ مبللة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تمديدات تالفة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صناديق مبللة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عند الاشتباه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علامات الخطر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جهاز متصل بالشاحن قرب المسبح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تلمسه، ابتعد، افصل الكهرباء بأمان، وأبلغ المسؤول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وميضًا غير طبيعي في إضاءة المسبح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 فورًا، وتجنّب استخدام المسبح حتى الفحص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يحاول لمس توصيلة قرب منطقة مبللة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الطفل فورًا، وأبلغ المسؤول لإزالة الخطر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شعرت بوخز خفيف عند لمس حافة المسبح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فورًا، أبلغ المسؤول، ولا تسمح للآخرين بالاستخدام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شحن الأجهزة الإلكترونية قرب المسبح؟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إبقاء الشواحن والأجهزة بعيدًا عن الماء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تمديدات مكشوفة قرب المسبح؟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 الموقع وأبلغ المسؤول أو المختص فورًا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لمس الأجهزة بأيدٍ مبللة؟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يزيد خطر الصعق الكهربائي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نستخدم المسبح عند الاشتباه بخلل كهربائي؟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الماء قد ينقل الخطر ويعرّض الأشخاص للإصابة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يجب أن يتعامل مع معدات المسبح الكهربائية؟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المختصون فقط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حول المسابح والمنتجعات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بعيدة عن الماء • لا شواحن قرب المسبح • أبلغ عن الخلل • راقب الأطفال •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"الاستمتاع بالمرافق المائية يبدأ من الالتزام بإرشادات السلامة"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F.9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الكهربائية حول المسابح والمنتجعات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2026-05-14T23:04:22Z</dcterms:modified>
</cp:coreProperties>
</file>