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84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4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7.png"/><Relationship Id="rId5" Type="http://schemas.openxmlformats.org/officeDocument/2006/relationships/image" Target="../media/image29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15.png"/><Relationship Id="rId5" Type="http://schemas.openxmlformats.org/officeDocument/2006/relationships/image" Target="../media/image16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.png"/><Relationship Id="rId5" Type="http://schemas.openxmlformats.org/officeDocument/2006/relationships/image" Target="../media/image26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إسعاف حالات الاختناق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التصرف وهدوء القرار يصنعان فرقًا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"الاختناق يحدث عند انسداد مجرى التنفس جزئيًا أو كليًا، ويحتاج إلى تعامل صحيح وآمن"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بإسعاف حالات الاختناق؟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يحدث في المنزل أو المدرسة أو الأماكن العامة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الحياة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انسداد التنفس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الارتباك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لحظة الطوارئ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التصرف الخاطئ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الذي يزيد الخطر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بسرعة وفاعلية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الوقاية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المنزل والمدرسة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مجتمعي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بالاستجابة الآمنة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الاشتباه باختناق شديد، اتصل فورًا بـ 999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بالاختناق؟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أو عدم القدرة على التنفس بسبب انسداد مجرى الهواء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اختناق جزئي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554212" y="324612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3401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8232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يستطيع السعال أو الكلام 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28232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الهواء يمر جزئيًا •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28232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شجّعه على السعال •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اختناق كلي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2857500" y="324612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40156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يستطيع الكلام أو السعال •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1520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يتنفس بشكل فعال •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1520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— اتصل بـ 999 •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يختلف حسب عمر المصاب وحالته — التدريب العملي مهم جدًا</a:t>
            </a:r>
            <a:endParaRPr lang="ar-AE" sz="1200" dirty="0"/>
          </a:p>
        </p:txBody>
      </p:sp>
      <p:sp>
        <p:nvSpPr>
          <p:cNvPr id="28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29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أسباب شائعة للاختناق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كثير منها يمكن الوقاية منه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أكل سريع دون مضغ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ضحك أو كلام أثناء الأكل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أطعمة غير مناسبة للأطفال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لعب الأطفال بقطع صغيرة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أشياء في الفم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الانتباه للأطفال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صعوبات في البلع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بالمراقبة واختيار الطعام المناسب وإبعاد الأجسام الصغيرة عن الأطفال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الاختناق الجزئي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الهواء يمر جزئيًا والشخص قادر على إصدار صوت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83464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9407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94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83464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السعال المتكرر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33756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3969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3969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33756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القدرة على الكلام بصعوبة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84048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8999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84048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تنفس بصعوبة لكن غير متوقف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34340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4028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4028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34340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اليد على الرقبة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84632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9057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905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84632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قلق أو خوف واضح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 المصاب على السعال، راقبه، ولا تتدخل بقوة إذا كان قادرًا على السعال والتنفس</a:t>
            </a:r>
            <a:endParaRPr lang="ar-AE" sz="1200" dirty="0"/>
          </a:p>
        </p:txBody>
      </p:sp>
      <p:sp>
        <p:nvSpPr>
          <p:cNvPr id="34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الاختناق الشديد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تحتاج تدخلًا فوريًا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الكلام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السعال أو توقفه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شديدة في التنفس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لون الوجه أو الشفاه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أو فقدان الاستجابة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إمساك الرقبة طلبًا للمساعدة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 وابدأ التصرف الإسعافي حسب التدريب وتعليمات الموظف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القاعدة الأساسية عند الاختناق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وبترتيب واضح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اسأل: هل تستطيع الكلام؟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شجّعه على السعال إن قدر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الشدة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الموظف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تطبق ما لم تتدرب عليه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تضيع الوقت في التجربة العشوائية عند صعوبة شديدة في التنفس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مع شخص قادر على السعال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السعال الفعّال قد يخرج الجسم العالق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شجّعه على الاستمرار بالسعال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قريبًا وراقبه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تضرب ظهره دون حاجة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تعطه ماءً أو طعامًا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تدهور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إذا ساءت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تحول الحالة من سعال فعال إلى عدم القدرة على الكلام يعني أن الخطر أصبح أكبر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مع البالغين والأطفال فوق سنة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خطوات الإسعاف المعتمدة حسب التدريب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83696" y="269290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283696" y="26929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" y="260604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أو اطلب من قريب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283696" y="333298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283696" y="3332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324612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مع غير القادر كحالة طارئة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388620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283696" y="397306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283696" y="3973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" y="388620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خطوات الإسعاف المعتمدة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57200" y="4526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283696" y="461314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283696" y="4613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94360" y="452628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57200" y="516636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283696" y="525322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11283696" y="52532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94360" y="516636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حتى وصول المختصين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التدريب العملي يساعدك على تنفيذ الخطوات بطريقة صحيحة وآمنة</a:t>
            </a:r>
            <a:endParaRPr lang="ar-AE" sz="1200" dirty="0"/>
          </a:p>
        </p:txBody>
      </p:sp>
      <p:sp>
        <p:nvSpPr>
          <p:cNvPr id="32" name="Shape 2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الضربات بين الكتفين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تُستخدم ضمن خطوات الإسعاف المعتمدة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يسمح بخروج الجسم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بين لوحي الكتف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ضمن حدود التدريب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قيّم الحالة بين الخطوات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999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هذه الخطوات تحتاج تدريبًا عمليًا، ولا تُنفّذ بعنف أو عشوائيًا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الضغطات البطنية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للبالغين والأطفال فوق سنة عند الاختناق الشديد فقط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الاختناق الشديد فقط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 للرضع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وفق التدريب المعتمد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تطبقها إن لم تكن متأكدًا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999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تقييم بعد تحسن الحالة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إسعافي مهم لكنه يحتاج معرفة صحيحة لتجنب الإضرار بالمصاب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الاختناق عند الرضع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طريقة مختلفة عن البالغين والأطفال الأكبر سنًا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التنفس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البكاء أو لا صوت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اللون أو ضعف مفاجئ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الموظف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خطوات الرضع المعتمدة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ضغطات بطنية للرضع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إسعاف اختناق الرضع يحتاج إلى تدريب عملي خاص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فقد المصاب الاستجابة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علامة خطيرة تستدعي تدخلًا عاجلًا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يدك في الفم عشوائيًا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CPR إذا كنت مدربًا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إحضار AED إن توفر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حتى وصول المختصين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الاستجابة علامة خطيرة تستدعي تدخلًا عاجلًا من الجهات المختصة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الاختناق؟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تزيد الخطر أو تؤخر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تضرب ظهر مَن يسعل بقوة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يدك في الفم عشوائيًا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تعطِ ماءً أو طعامًا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تهز الطفل أو الرضيع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تطبق ما لم تتدرب عليه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المصاب وحده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وطلب المساعدة أفضل من التدخل العشوائي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الاختناق لدى الأطفال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أكثر عرضة بسبب وضع الأشياء في الفم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القطع الصغيرة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ألعاب مناسبة للعمر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أثناء الأكل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تقطيع الطعام بما يناسب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جري أو لعب أثناء الأكل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الطفل المضغ بهدوء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الرضع دون مراقبة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قبل وقوع الطارئ، خصوصًا مع الأطفال والرضع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الاختناق لدى الكبار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عادات بسيطة أثناء الأكل تقلل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تناول الطعام بهدوء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مضغ الطعام جيدًا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كلام أو ضحك أثناء المضغ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تقطيع الطعام الصلب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انتباه لكبار السن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الاستعجال أثناء الأكل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الأشخاص الذين لديهم صعوبات في البلع يحتاجون متابعة من مختصين صحيين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الأدوار يقلل الفوضى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يساعد المصاب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المتجمهرين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الطريق للإسعاف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يقدم معلومات السبب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الأدوار يساعد على سرعة الاستجابة بدل الفوضى والتجمهر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نطلب المساعدة فورًا؟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ظهور علامات الشدة أو التدهور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الكلام أو التنفس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السعال أو توقفه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لون الوجه أو الشفاه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الاستجابة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اختناق رضيع أو طفل صغير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استمرار الأعراض بعد إخراج الجسم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تنفس بعد التحسن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إذا تحسنت الحالة، اطلب التقييم عند علامات غير طبيعية أو استمرار صعوبة التنفس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الاختناق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هدوئك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شجّعه على السعال إن قدر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الشدة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الموظف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خطوات ضمن التدريب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راقبه بعد التحسن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التجمهر حول المصاب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تطعمه أو تسقيه أثناء الاختناق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يدك في الفم عشوائيًا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تهز الطفل أو الرضيع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ضغطات بطنية على الرضيع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تتدخل دون تدريب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المصاب وحده في الخطورة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بالغ يسعل بقوة أثناء الأكل لكنه يتنفس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شجّعه على السعال، راقبه، ولا تعطه ماءً أو طعامًا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لا يستطيع الكلام أو السعال بعد ابتلاع طعام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999، واتبع خطوات الإسعاف وفق التدريب وتعليمات الموظف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رضيع ظهرت عليه علامات اختناق وضعف بكاء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999، اتبع تعليمات الموظف، ولا ضغطات بطنية للرضيع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 فقد الاستجابة أثناء الاختناق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وابدأ CPR إن كنت مدربًا أو حسب توجيه الموظف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عند قدرة المصاب على السعال بقوة؟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تشجيعه على السعال ومراقبة حالته دون تدخل عشوائي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يتم الاتصال بـ 999 في حالات الاختناق؟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عدم القدرة على الكلام أو التنفس، أو ضعف السعال، أو فقدان الاستجابة، أو اختناق طفل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إدخال اليد في الفم لإخراج الجسم؟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ذلك قد يدفع الجسم للداخل أو يزيد الخطر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تستخدم الضغطات البطنية للرضيع؟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الرضع لهم طريقة مختلفة تحتاج تدريبًا خاصًا واتباع تعليمات موظف الطوارئ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الانتباه والتمييز بين السعال الفعال والاختناق الشديد يصنعان فرقًا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 السعال • اتصل بـ 999 عند الشدة • لا تجتهد عشوائيًا • الرضع لهم طريقة مختلفة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"سرعة التصرف وهدوء القرار قد يصنعان فرقًا في حالة الاختناق"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E.6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1745</Words>
  <Application>Microsoft Office PowerPoint</Application>
  <PresentationFormat>شاشة عريضة</PresentationFormat>
  <Paragraphs>404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إسعاف حالات الاختناق</dc:title>
  <dc:subject>PptxGenJS Presentation</dc:subject>
  <dc:creator>هيئة أبوظبي للدفاع المدني</dc:creator>
  <cp:lastModifiedBy>Lenovo</cp:lastModifiedBy>
  <cp:revision>1</cp:revision>
  <dcterms:created xsi:type="dcterms:W3CDTF">2026-05-07T19:11:43Z</dcterms:created>
  <dcterms:modified xsi:type="dcterms:W3CDTF">2026-05-08T00:22:51Z</dcterms:modified>
</cp:coreProperties>
</file>