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التوعية بالسلامة أثناء الأزمات والطوارئ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واستعداد… لاستجابة أكثر أمانًا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وقت الطوارئ يبدأ من الوعي، الهدوء، واتباع التعليمات الرسمية"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نتعلم السلامة أثناء 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المسبق يقلل المخاطر ويحمي الأرواح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الجاهزية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وقوع الطارئ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والخوف وقت الحدث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الإخلاء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ونقاط التجمع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الأسرة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والمجتمع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آمن محدد مسبقًا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 ليس وقت التجربة، بل وقت تطبيق ما تعلمته مسبقًا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بالأزمات والطوارئ؟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حدث غير متوقع يهدد سلامة الأفراد ويتطلب تصرفًا سريعًا ومنظمًا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الحرائق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والإنذار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الغاز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الكهرباء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صحية طارئة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الأحوال الجوية الشديدة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الازدحام والتدافع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نوع الطارئ تساعد على اختيار التصرف الصحيح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قبل وقوع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المسبق يقلل الخسائر ويساعد على التصرف بهدوء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نقطة تجمع 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أرقام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إسعافات أولية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مواقع الطفايات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درّب الأسرة على الإخلاء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التنبيهات الرسمية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لا يعني توقع الخطر فقط، بل القدرة على التعامل معه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سماع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يعني التصرف فورًا — لا تجاهله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 عن أي نشاط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الرسمية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تعليمات الجهات المختصة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 حتى تبدأ بالتحرك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 ومخارج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أن تكون واضحة وخالية من العوائق دائمًا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خلو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المخارج للتخزين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الخالي من العوائق قد ينقذ حياة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المنظم يحمي الأفراد ويقلل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مسارات الإخلاء المحددة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فقط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ولا تدفع الآخرين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بأمان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الدخان أو الخطر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بنقطة التجمع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المفقودين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يعتمد على الهدوء والانضباط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الطوارئ المنزلية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محتويات أساسية تساعد الأسرة على التعامل مع المواقف المفاجئة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مصباح يدوي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إضافية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إسعافات أولية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مياه للشرب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أطعمة لا تتلف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ضرورية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نسخ من الوثائق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الطوارئ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الطوارئ يجب أن تكون في مكان معروف وسهل الوصول إليه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الآمن الذي يجتمع فيه الأفراد بعد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آمنة بعيدة عن المبنى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الجميع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الأفراد بعيدًا عن الخطر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الأشخاص المفقودين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عمل فرق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العودة العشوائية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قبل المغادرة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الوصول إلى نقطة التجمع لا يعني انتهاء الطارئ — انتظر التعليمات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الدخان أو الحريق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للخروج الآمن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حارًا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مكان 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الأرواح مقدمة على الممتلكات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الفئات تحتاج إلى دعم إضافي وقت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يحتاجون مرافقة ومتابعة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 وحاجة للمساعدة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ومعدات طبية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 والاستعجال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بالموقع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الجيدة تراعي احتياجات الجميع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الأحوال الجوية الشديدة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التنبيهات الرسمية يقلل التعرض للمخاطر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التنبيهات الرسمية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الخروج إلا للضرورة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مجاري الأودية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الطرق المغمورة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الأغراض الخارجية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الضرورية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بإضاءة احتياطية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توجيهات الجهات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 الرسمية يحمي حياتك وحياة من حولك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يجب تجنّبه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التصرفات قد تزيد الخطر وتعيق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أجهزة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أثناء الحريق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تدفع الآخرين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لجمع الأغراض الشخصية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الموقع للتصوير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مسارات الطوارئ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 يتطلب الانضباط، وليس الاجتهاد العشوائي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أثناء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الصحيح ينقل المعلومات المهمة دون نشر الهلع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في الطابق الثاني من المبنى، الموقع: شارع... رقم..."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اشرح نوع الطارئ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أثناء الأزمات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الرسمية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مخارج الطوارئ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الآخرين بأمان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وقت الحريق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موقع الخطر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الشائعات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تتجمع حول الحادث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تصوّر أثناء الطوارئ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تعيق فرق الطوارئ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تتصرف دون توجيه رسمي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جهاز الإنذار داخل مبنى عام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فورًا، واتبع مسار الإخلاء إلى 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في أحد الممرات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ابتعد، لا تقترب للتصوير، وأبلغ المسؤول فورًا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 أفراد الأسرة يحتاج مساعدة أثناء الإخلاء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إن كان آمنًا، وأبلغ فرق الطوارئ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تجمّع مياه في طريقك أثناء الأحوال الجوية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العبور، ابحث عن طريق آمن واتبع التنبيهات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ما تعلمت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جهاز الإنذار؟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أتحرك بهدوء لأقرب مخرج آمن وأتوجه إلى نقطة التجمع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الحريق؟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السلالم فقط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تسرّب غاز؟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أتجنّب الكهرباء، أغادر الموقع، وأتصل بالطوارئ من مكان آمن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نعود للمبنى بعد الإخلاء؟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الخطر قد يكون مستمرًا، والعودة تعرّض الحياة للخطر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أفضل تصرّف وقت الطوارئ؟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الهدوء، اتباع التعليمات، والإبلاغ عن الخطر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الأزمات والطوارئ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 قبل الطارئ • اتبع التعليمات • توجه لنقطة التجمع • لا تعد للموقع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"وعيك واستعدادك اليوم قد يحمي حياة من حولك غدًا"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التوعية بالسلامة أثناء الأزمات والطوارئ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2026-05-14T22:59:45Z</dcterms:modified>
</cp:coreProperties>
</file>