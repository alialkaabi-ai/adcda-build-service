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0488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4.png"/><Relationship Id="rId5" Type="http://schemas.openxmlformats.org/officeDocument/2006/relationships/image" Target="../media/image32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14.png"/><Relationship Id="rId5" Type="http://schemas.openxmlformats.org/officeDocument/2006/relationships/image" Target="../media/image16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التوعية بالسلامة أثناء الأزمات والطوارئ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واستعداد… لاستجابة أكثر أمانًا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"التصرف الصحيح وقت الطوارئ يبدأ من الوعي، الهدوء، واتباع التعليمات الرسمية"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نتعلم السلامة أثناء الطوارئ؟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المسبق يقلل المخاطر ويحمي الأرواح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الجاهزية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وقوع الطارئ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الارتباك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والخوف وقت الحدث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والممتلكات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الإخلاء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ونقاط التجمع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الأسرة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والمجتمع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 آمن محدد مسبقًا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الطوارئ ليس وقت التجربة، بل وقت تطبيق ما تعلمته مسبقًا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بالأزمات والطوارئ؟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حدث غير متوقع يهدد سلامة الأفراد ويتطلب تصرفًا سريعًا ومنظمًا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الحرائق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والإنذار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الغاز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انقطاع الكهرباء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صحية طارئة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الأحوال الجوية الشديدة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الازدحام والتدافع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نوع الطارئ تساعد على اختيار التصرف الصحيح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قبل وقوع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المسبق يقلل الخسائر ويساعد على التصرف بهدوء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مخارج الطوارئ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نقطة تجمع آمنة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أرقام الطوارئ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إسعافات أولية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مواقع الطفايات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درّب الأسرة على الإخلاء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التنبيهات الرسمية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لا يعني توقع الخطر فقط، بل القدرة على التعامل معه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عند سماع الإنذار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الإنذار يعني التصرف فورًا — لا تجاهله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فورًا عن أي نشاط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للتعليمات الرسمية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الأغراض الشخصية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أقرب مخرج آمن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إلى نقطة التجمع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تعليمات الجهات المختصة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رؤية الخطر حتى تبدأ بالتحرك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الإخلاء ومخارج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يجب أن تكون واضحة وخالية من العوائق دائمًا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أقرب مخرج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مسارًا بديلًا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خلو الممرات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المخارج للتخزين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أبواب الطوارئ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لوحات الإرشاد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عائق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المخرج الخالي من العوائق قد ينقذ حياة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الآمن أثناء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المنظم يحمي الأفراد ويقلل 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9"/>
          <p:cNvSpPr/>
          <p:nvPr/>
        </p:nvSpPr>
        <p:spPr>
          <a:xfrm>
            <a:off x="11320272" y="27340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0"/>
          <p:cNvSpPr/>
          <p:nvPr/>
        </p:nvSpPr>
        <p:spPr>
          <a:xfrm>
            <a:off x="11320272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مسارات الإخلاء المحددة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13639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11320272" y="317296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1132027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13639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فقط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575304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11320272" y="36118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1132027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575304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ولا تدفع الآخرين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014216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11320272" y="405079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11320272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014216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من يحتاج بأمان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453128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5"/>
          <p:cNvSpPr/>
          <p:nvPr/>
        </p:nvSpPr>
        <p:spPr>
          <a:xfrm>
            <a:off x="11320272" y="448970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6"/>
          <p:cNvSpPr/>
          <p:nvPr/>
        </p:nvSpPr>
        <p:spPr>
          <a:xfrm>
            <a:off x="11320272" y="4489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453128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الدخان أو الخطر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89204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29"/>
          <p:cNvSpPr/>
          <p:nvPr/>
        </p:nvSpPr>
        <p:spPr>
          <a:xfrm>
            <a:off x="11320272" y="4928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0"/>
          <p:cNvSpPr/>
          <p:nvPr/>
        </p:nvSpPr>
        <p:spPr>
          <a:xfrm>
            <a:off x="11320272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8920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بنقطة التجمع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33095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3"/>
          <p:cNvSpPr/>
          <p:nvPr/>
        </p:nvSpPr>
        <p:spPr>
          <a:xfrm>
            <a:off x="11320272" y="53675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1320272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33095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المفقودين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الآمن يعتمد على الهدوء والانضباط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الطوارئ المنزلية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محتويات أساسية تساعد الأسرة على التعامل مع المواقف المفاجئة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مصباح يدوي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بطاريات إضافية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إسعافات أولية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مياه للشرب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أطعمة لا تتلف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ضرورية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نسخ من الوثائق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أرقام الطوارئ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الطوارئ يجب أن تكون في مكان معروف وسهل الوصول إليه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المكان الآمن الذي يجتمع فيه الأفراد بعد الإخلاء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منطقة آمنة بعيدة عن المبنى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الجميع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الأفراد بعيدًا عن الخطر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الأشخاص المفقودين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عمل فرق الطوارئ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العودة العشوائية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قبل المغادرة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للموظفين: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الوصول إلى نقطة التجمع لا يعني انتهاء الطارئ — انتظر التعليمات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الدخان أو الحريق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للخروج الآمن وطلب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الدخان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حارًا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أقرب مخرج آمن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الأبواب خلفك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مكان آمن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الأرواح مقدمة على الممتلكات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الفئات الأكثر عرضة للمخاطر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الفئات تحتاج إلى دعم إضافي وقت الطوارئ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يحتاجون مرافقة ومتابعة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محدودة وحاجة للمساعدة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ترتيبات إخلاء خاصة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المرضى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ومعدات طبية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النساء الحوامل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الإجهاد والاستعجال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الزوار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ملمّين بالموقع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الخطة الجيدة تراعي احتياجات الجميع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الأحوال الجوية الشديدة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التنبيهات الرسمية يقلل التعرض للمخاطر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التنبيهات الرسمية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الخروج إلا للضرورة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مجاري الأودية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تعبر الطرق المغمورة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 الأغراض الخارجية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غير الضرورية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بإضاءة احتياطية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توجيهات الجهات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بالتعليمات الرسمية يحمي حياتك وحياة من حولك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يجب تجنّبه أثناء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التصرفات قد تزيد الخطر وتعيق الاستجابة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أجهزة الإنذار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 أثناء الحريق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أو تدفع الآخرين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لجمع الأغراض الشخصية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الموقع للتصوير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معلومات غير مؤكدة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تعرقل مسارات الطوارئ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الطوارئ يتطلب الانضباط، وليس الاجتهاد العشوائي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أثناء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الصحيح ينقل المعلومات المهمة دون نشر الهلع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على بلاغ واضح: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"يوجد دخان في الطابق الثاني من المبنى، الموقع: شارع... رقم..."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الموقع بدقة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اشرح نوع الطارئ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معلومات غير مؤكدة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الواضح والدقيق ينقذ الأرواح ويسرّع وصول المساعدة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أثناء الأزمات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التعليمات الرسمية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مخارج الطوارئ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إلى نقطة التجمع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الآخرين بأمان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الحاجة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 وقت الحريق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إلى موقع الخطر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الشائعات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تتجمع حول الحادث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تصوّر أثناء الطوارئ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تعيق فرق الطوارئ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تتصرف دون توجيه رسمي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سمعت جهاز الإنذار داخل مبنى عام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فورًا، واتبع مسار الإخلاء إلى نقطة التجمع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دخانًا في أحد الممرات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ابتعد، لا تقترب للتصوير، وأبلغ المسؤول فورًا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 أفراد الأسرة يحتاج مساعدة أثناء الإخلاء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إن كان آمنًا، وأبلغ فرق الطوارئ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تجمّع مياه في طريقك أثناء الأحوال الجوية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العبور، ابحث عن طريق آمن واتبع التنبيهات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ما تعلمت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سماع جهاز الإنذار؟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أتحرك بهدوء لأقرب مخرج آمن وأتوجه إلى نقطة التجمع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المصعد أثناء الحريق؟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استخدام السلالم فقط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لاحظت تسرّب غاز؟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أتجنّب الكهرباء، أغادر الموقع، وأتصل بالطوارئ من مكان آمن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نعود للمبنى بعد الإخلاء؟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الخطر قد يكون مستمرًا، والعودة تعرّض الحياة للخطر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أفضل تصرّف وقت الطوارئ؟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الهدوء، اتباع التعليمات، والإبلاغ عن الخطر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الأزمات والطوارئ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استعد قبل الطارئ • اتبع التعليمات • توجه لنقطة التجمع • لا تعد للموقع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"وعيك واستعدادك اليوم قد يحمي حياة من حولك غدًا"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1371</Words>
  <Application>Microsoft Office PowerPoint</Application>
  <PresentationFormat>شاشة عريضة</PresentationFormat>
  <Paragraphs>339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التوعية بالسلامة أثناء الأزمات والطوارئ</dc:title>
  <dc:subject>PptxGenJS Presentation</dc:subject>
  <dc:creator>هيئة أبوظبي للدفاع المدني</dc:creator>
  <cp:lastModifiedBy>Lenovo</cp:lastModifiedBy>
  <cp:revision>1</cp:revision>
  <dcterms:created xsi:type="dcterms:W3CDTF">2026-05-06T01:35:42Z</dcterms:created>
  <dcterms:modified xsi:type="dcterms:W3CDTF">2026-05-14T22:59:45Z</dcterms:modified>
</cp:coreProperties>
</file>