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4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0.png"/><Relationship Id="rId5" Type="http://schemas.openxmlformats.org/officeDocument/2006/relationships/image" Target="../media/image26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8.png"/><Relationship Id="rId5" Type="http://schemas.openxmlformats.org/officeDocument/2006/relationships/image" Target="../media/image31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36.png"/><Relationship Id="rId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19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9.png"/><Relationship Id="rId5" Type="http://schemas.openxmlformats.org/officeDocument/2006/relationships/image" Target="../media/image24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2.png"/><Relationship Id="rId5" Type="http://schemas.openxmlformats.org/officeDocument/2006/relationships/image" Target="../media/image29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19.png"/><Relationship Id="rId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20.png"/><Relationship Id="rId5" Type="http://schemas.openxmlformats.org/officeDocument/2006/relationships/image" Target="../media/image25.png"/><Relationship Id="rId10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السلوكيات الخاطئة المسببة للحوادث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بأمان… سلامتك تبدأ من سلوكك على الطريق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"كثير من الحوادث المرورية لا تحدث بسبب الطريق فقط، بل بسبب سلوكيات خاطئة يمكن تجنبها بالانتباه والالتزام"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بالسلوكيات المرورية؟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الخاطئ قد يحول موقفًا بسيطًا إلى حادث خطير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الحوادث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احتمالية وقوعها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والممتلكات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رفع الانتباه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والمسؤولية على الطريق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التصرفات المفاجئة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احترام الأنظمة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ومستخدمي الطريق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قيادة آمنة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للجميع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المركبة وسيلة تنقل، وليست مكانًا للمخاطرة أو الاستعجال أو الانشغال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تؤدي السلوكيات الخاطئة إلى الحوادث؟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قرار خاطئ في وقت يحتاج إلى انتباه كامل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السرعة عن الحد المسموح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الأجهزة الإلكترونية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تغيير المسار دون إشارة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الشديد من المركبة الأمامية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الإشارات المرورية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عند الإرهاق أو الانفعال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الانتباه للمشاة والدراجات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ثوانٍ قليلة من التشتت أو الاستعجال قد تكون كافية لوقوع حادث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السرعة الزائدة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سلوك يزيد احتمالية الحوادث وشدة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وقت الاستجابة للمفاجآت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مسافة التوقف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التحكم في الطوارئ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شدة الاصطدام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الانتباه للمشاة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احتمال فقدان السيطرة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بالسرعات المحددة، وخفف عند المناطق السكنية والتقاطعات والظروف الجوية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الأجهزة الإلكترونية أثناء القيادة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يشتت النظر واليدين والانتباه في نفس الوقت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قراءة الرسائل أو كتابتها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تصفح التطبيقات والإشعارات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تصوير الطريق أثناء القيادة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مكالمات تسبب ضعف التركيز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تعديل الوجهة والخرائط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الانشغال بشاشات المركبة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الانشغال بالإشعارات الجانبية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توجد رسالة أهم من سلامتك وسلامة مستخدمي الطريق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ترك مسافة أمان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الشديد يقلل فرصة التوقف الآمن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احتمال الاصطدام الخلفي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القدرة على تفادي المفاجآت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التوتر بين السائقين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التوقف عند الزحام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إضافي في المطر والضباب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التحكم بالسرعات العالية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تأثير على المركبات الخلفية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مسافة كافية، وزدها عند السرعات العالية أو ضعف الرؤية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تغيير المسار بطريقة خاطئة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يؤدي إلى اصطدام جانبي أو إرباك مستخدمي الطريق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تغيير المسار بشكل مفاجئ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استخدام إشارات الانعطاف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فحص المرايا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النقاط العمياء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الانتقال السريع المتكرر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قطع الطريق على الآخرين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تغيير دون مسافة آمنة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الإشارة، تحقق من المرايا والنقاط العمياء، ثم غيّر المسار بهدوء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الإشارات وعلامات الطريق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وُضعت لتنظيم الحركة وحماية مستخدمي الطريق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تجاوز الإشارة الحمراء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التوقف عند علامة قف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الأولوية في التقاطعات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مخالفة اتجاه السير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الوقوف في أماكن غير مخصصة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الالتزام بخطوط المسار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لوحات الطريق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الإشارات لا يختصر الوقت، بل يرفع احتمالية وقوع حادث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أثناء الإرهاق أو النعاس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تقلل التركيز وتؤثر على سرعة الاستجابة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الإرهاق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554212" y="3246120"/>
            <a:ext cx="777240" cy="77724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3401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28232" y="41605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التثاؤب المتكرر 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28232" y="44531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ثقل العينين •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28232" y="474573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التركيز •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28232" y="50383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الانحراف عن المسار •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28232" y="53309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بطء الاستجابة •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2857500" y="324612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4015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" y="41605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في مكان آمن •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31520" y="44531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خذ قسطًا من الراحة •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31520" y="474573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تواصل مع ضعف التركيز •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31520" y="50383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القيادة الطويلة دون راحة •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31520" y="53309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نَم جيدًا قبل الرحلات •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الراحة قبل القيادة جزء من السلامة، وليست أمرًا ثانويًا</a:t>
            </a:r>
            <a:endParaRPr lang="ar-AE" sz="1200" dirty="0"/>
          </a:p>
        </p:txBody>
      </p:sp>
      <p:sp>
        <p:nvSpPr>
          <p:cNvPr id="32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بانفعال أو تهور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قرارات متسرعة وسلوكيات عدوانية ترفع خطر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التسابق والاستعراض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التجاوز الخطر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المنبه بطريقة عدوانية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ملاحقة مركبة بسبب خلاف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تغيير المسارات بشكل متكرر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السرعة بسبب الغضب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الرد على السلوكيات المستفزة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الهدوء، وتجنب الرد على المستفزين، واترك مساحة آمنة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الانتباه للمشاة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المشاة الفئة الأكثر عرضة للإصابات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التوقف عند ممرات المشاة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السرعة قرب المدارس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الرجوع دون التأكد من الطريق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الانشغال في المواقف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التجاوز قرب ممرات العبور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الأطفال وكبار السن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فحص الجوانب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السرعة، وامنح المشاة الأولوية، وتأكد من خلو الطريق قبل الرجوع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السلوكيات الخاطئة في المواقف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المواقف ليست مناطق خالية من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بسرعة في المواقف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الرجوع دون التأكد من الخلف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الأجهزة أثناء التحرك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الوقوف بطريقة تعيق الآخرين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الانتباه للأطفال بين السيارات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فتح الباب دون التأكد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فحص الجوانب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المواقف تحتاج إلى قيادة هادئة وانتباه كامل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استخدام حزام الأمان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يزيد خطر الإصابة عند التوقف المفاجئ أو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تحريك المركبة قبل ربط الحزام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السماح للركاب بعدم ربطه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الحزام خلف الظهر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الحزام تحت الذراع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اعتقاد أنه غير ضروري للمسافات القصيرة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أحزمة المقاعد الخلفية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الأطفال دون مقعد مناسب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تبدأ القيادة حتى يربط جميع الركاب أحزمة الأمان بطريقة صحيحة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حماية الأطفال داخل المركبة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يعرضهم لخطر كبير عند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حمل الطفل في الحضن أثناء القيادة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جلوس الطفل دون مقعد مناسب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مقعد طفل غير مثبت بطريقة صحيحة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الطفل يتحرك أثناء القيادة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الأطفال وحدهم في المركبة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السماح بفتح الباب أو النافذة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متابعة الطفل أثناء القيادة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الطفل داخل المركبة مسؤولية أساسية قبل بدء الرحلة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الخاطئ عند الحوادث أو الأعطال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التصرفات تزيد الخطر بدلًا من تقليله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الوقوف في وسط الطريق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حول الحادث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النزول دون الانتباه للحركة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محاولة الإصلاح في مكان خطر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تحريك المصاب دون ضرورة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الرجوع لمركبة معرضة للحريق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إعاقة الجهات المختصة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مسار المركبات، شغّل الإشارات، واتصل بـ 999 عند وجود إصابات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السلوك المروري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بالسرعة المحددة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مسافة أمان كافية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الإشارة عند تغيير المسار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اربط الحزام قبل التحرك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الأجهزة الإلكترونية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قرب المدارس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عند الإرهاق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تتجاوز الإشارات المرورية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تغيّر المسار بشكل مفاجئ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المركبة الأمامية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تقُد وأنت مرهق أو غاضب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عند الحوادث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تجلس الأطفال دون حماية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الطريق للاستعراض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القيادة وصلت رسالة على الجهاز الإلكتروني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الجهاز أثناء القيادة، وتوقف في مكان آمن إذا كان الرد ضروريًا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المركبة الأمامية توقفت فجأة وأنت قريب جدًا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دائمًا مسافة أمان كافية لتتمكن من التوقف بأمان عند المفاجآت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سائق آخر قام بتصرف مستفز على الطريق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الانفعال أو الملاحقة، وحافظ على مسافة آمنة، واستمر بالقيادة بهدوء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أمامك ممر مشاة في منطقة سكنية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السرعة، انتبه للمشاة، وتوقف عند الحاجة للسماح بالعبور بأمان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تعد السرعة الزائدة من السلوكيات الخطرة؟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تقلل وقت الاستجابة، وتزيد مسافة التوقف، وترفع شدة الإصابة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الصحيح إن احتجت لاستخدام الأجهزة الإلكترونية؟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في مكان آمن أولًا، وعدم استخدامها أثناء حركة المركبة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ترك مسافة أمان بين المركبات؟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لإتاحة وقت ومسافة كافية للتوقف أو التصرف عند أي طارئ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عند مواجهة سائق متهور أو مستفز؟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الانفعال أو الرد، واترك مسافة آمنة، وركّز على القيادة بهدوء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السلوكيات الخاطئة يمكن تجنبها بالوعي والالتزام واحترام مستخدمي الطريق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للاستعجال • لا للتشتت • مسافة الأمان • احترام الإشارات • سلامتك أولًا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"قد بأمان، فسلامتك وسلامة الآخرين تبدأ من سلوكك على الطريق"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D.4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Microsoft Office PowerPoint</Application>
  <PresentationFormat>شاشة عريضة</PresentationFormat>
  <Paragraphs>339</Paragraphs>
  <Slides>19</Slides>
  <Notes>19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3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السلوكيات الخاطئة المسببة للحوادث</dc:title>
  <dc:subject>PptxGenJS Presentation</dc:subject>
  <dc:creator>هيئة أبوظبي للدفاع المدني</dc:creator>
  <cp:lastModifiedBy>Lenovo</cp:lastModifiedBy>
  <cp:revision>1</cp:revision>
  <dcterms:created xsi:type="dcterms:W3CDTF">2026-05-07T13:25:56Z</dcterms:created>
  <dcterms:modified xsi:type="dcterms:W3CDTF">2026-05-07T13:28:24Z</dcterms:modified>
</cp:coreProperties>
</file>