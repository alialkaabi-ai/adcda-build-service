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2736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4.png"/><Relationship Id="rId5" Type="http://schemas.openxmlformats.org/officeDocument/2006/relationships/image" Target="../media/image24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3.png"/><Relationship Id="rId10" Type="http://schemas.openxmlformats.org/officeDocument/2006/relationships/image" Target="../media/image27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4.png"/><Relationship Id="rId5" Type="http://schemas.openxmlformats.org/officeDocument/2006/relationships/image" Target="../media/image17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37.png"/><Relationship Id="rId5" Type="http://schemas.openxmlformats.org/officeDocument/2006/relationships/image" Target="../media/image34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14.png"/><Relationship Id="rId5" Type="http://schemas.openxmlformats.org/officeDocument/2006/relationships/image" Target="../media/image10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المسابح المنزلية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مستمرة… وبيئة أكثر أمانًا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"المسبح المنزلي يحتاج إلى رقابة مستمرة وإجراءات وقائية لحماية الأسرة"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المسابح المنزلية؟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تشكل خطرًا إذا لم تتوفر الرقابة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الغرق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الأهم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الوصول غير الآمن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الانزلاق والسقوط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الأسرة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بقواعد السلامة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للتصرف وقت الطوارئ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الغرق قد يحدث بسرعة وبصمت، لذلك لا بد من الرقابة المستمرة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المسابح المنزلية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غياب الرقابة وعدم وجود وسائل حماية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أطفال دون مراقبة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حاجز أو باب أمان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أرضيات مبللة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الجري واللعب العنيف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غير مناسبة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معرفة السباحة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جهل التصرف بالطوارئ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كهرباء قرب الماء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مسبح في المنزل يعني الحاجة إلى مسؤولية ووقاية مستمرة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الرقابة المستمرة على الأطفال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أهم إجراء للوقاية من الغرق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دون إشراف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خصص بالغًا للمراقبة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انشغال بالجوال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الطوافات لا تبدل المراقبة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أبقهم بمدى الرؤية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الدخول دون بالغ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المراقبة الفعالة تعني الانتباه الكامل، وليس الوجود في المكان فقط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الحواجز وأبواب الأمان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على منع الوصول دون إشراف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حاجزًا حول المسبح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باب يغلق تلقائيًا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إغلاق البوابة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كراسٍ قرب الحاجز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افحصه بشكل دوري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المفاتيح بعيدة عن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الحاجز لا يغني عن الرقابة، لكنه يقلل فرص الوصول غير الآمن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الانزلاق والسقوط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الأرضيات المبللة تزيد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الجري حول المسبح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الأرضية جافة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أرضيات مانعة للانزلاق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الألعاب من المسارات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أحذية مناسبة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زلق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حول المسبح يقلل خطر الانزلاق والإصابات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السلامة والإنقاذ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في سرعة الاستجابة عند 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طوق نجاة مناسب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عصا أو أداة إنقاذ طويلة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إسعافات أولية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وسيلة اتصال قريبة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لوحة إرشادات السلامة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أرقام الطوارئ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مناسبة ليلًا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جاهزية الأدوات دوريًا، وعرّف الأسرة بمواقعها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حول المسبح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والكهرباء خليط خطير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الأجهزة عن المسبح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توصيلات قرب الماء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بأيدٍ مبللة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تجهيزات خارجية معتمدة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التمديدات التالفة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تصلح بنفسك قرب الماء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الماء والكهرباء يشكلان خطرًا كبيرًا عند اجتماعهما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الآمن أثناء السباحة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احترام قواعد المسبح يحمي الجميع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تسبح بمفردك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الآخرين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قفز بمناطق غير مخصصة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الأدوات بصحيح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عند التعب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المسؤول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عند الرعد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السباحة الآمنة تبدأ باحترام قواعد المسبح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حالة غرق؟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بسرعة دون تعريض نفسك للخطر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تقفز للإنقاذ إن لم تكن مؤهلًا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طوق النجاة للوصول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أخرج المصاب بأمان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الطوارئ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ابدأ الإسعافات إن كنت مدربًا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إنقاذ الآخرين لا يعني تعريض نفسك للخطر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 الأكثر عرضة للمخاطر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عناية ومتابعة أكبر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المتمكنين من السباحة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الحالات الصحية الخاصة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وفّر مرافقًا أو مراقبًا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الأدوات المساعدة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الحقيقية تراعي احتياجات جميع أفراد الأسرة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المسابح المنزلية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حواجز وأبواب أمان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أدوات الإنقاذ جاهزة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الأرضيات آمنة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الكهرباء عن الماء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بالطوارئ عند الحاجة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دون إشراف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تعتمد على الطوافات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حول المسبح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الآخرين في الماء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كهربائية قرب المسبح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تسبح بمفردك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يتجه نحو المسبح دون بالغ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أوقفه فورًا وأبلغ المسؤول عن المنزل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أرضية مبللة وزلقة حول المسبح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الأسرة، واطلب تنظيف الموقع أو وضع تحذير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يواجه صعوبة في السباحة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المساعدة، استخدم أداة إنقاذ، واتصل بالطوارئ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توصيلة كهربائية قرب المسبح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عنها، وأبلغ المسؤول لإزالتها بأمان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أدوات الطفو تغني عن مراقبة الأطفال؟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الرقابة المباشرة ضرورية دائمًا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رأيت شخصًا يواجه صعوبة في الماء؟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أطلب المساعدة، وأستخدم أداة إنقاذ، وأتصل بالطوارئ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نبعد الأجهزة الكهربائية عن المسبح؟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لتقليل خطر الصعق الكهربائي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الجري حول المسبح آمن؟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لأنه قد يؤدي للانزلاق والسقوط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إجراء لحماية الأطفال حول المسابح؟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الرقابة المستمرة ومنع الوصول غير الآمن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المسابح المنزلية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• لا تسبح بمفردك • أدوات إنقاذ جاهزة • حواجز • أبعد الكهرباء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"مسبح آمن يعني أسرة أكثر أمنًا وسلامة"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B.7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1064</Words>
  <Application>Microsoft Office PowerPoint</Application>
  <PresentationFormat>شاشة عريضة</PresentationFormat>
  <Paragraphs>258</Paragraphs>
  <Slides>15</Slides>
  <Notes>15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15</vt:i4>
      </vt:variant>
    </vt:vector>
  </HeadingPairs>
  <TitlesOfParts>
    <vt:vector size="19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المسابح المنزلية</dc:title>
  <dc:subject>PptxGenJS Presentation</dc:subject>
  <dc:creator>PptxGenJS</dc:creator>
  <cp:lastModifiedBy>Lenovo</cp:lastModifiedBy>
  <cp:revision>1</cp:revision>
  <dcterms:created xsi:type="dcterms:W3CDTF">2026-05-06T17:36:56Z</dcterms:created>
  <dcterms:modified xsi:type="dcterms:W3CDTF">2026-05-06T17:48:08Z</dcterms:modified>
</cp:coreProperties>
</file>