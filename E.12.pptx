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4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2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4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.png"/><Relationship Id="rId5" Type="http://schemas.openxmlformats.org/officeDocument/2006/relationships/image" Target="../media/image29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.png"/><Relationship Id="rId5" Type="http://schemas.openxmlformats.org/officeDocument/2006/relationships/image" Target="../media/image40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.png"/><Relationship Id="rId5" Type="http://schemas.openxmlformats.org/officeDocument/2006/relationships/image" Target="../media/image43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47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37.png"/><Relationship Id="rId5" Type="http://schemas.openxmlformats.org/officeDocument/2006/relationships/image" Target="../media/image46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54.png"/><Relationship Id="rId5" Type="http://schemas.openxmlformats.org/officeDocument/2006/relationships/image" Target="../media/image52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6.png"/><Relationship Id="rId10" Type="http://schemas.openxmlformats.org/officeDocument/2006/relationships/image" Target="../media/image56.png"/><Relationship Id="rId4" Type="http://schemas.openxmlformats.org/officeDocument/2006/relationships/image" Target="../media/image2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.png"/><Relationship Id="rId5" Type="http://schemas.openxmlformats.org/officeDocument/2006/relationships/image" Target="../media/image57.png"/><Relationship Id="rId10" Type="http://schemas.openxmlformats.org/officeDocument/2006/relationships/image" Target="../media/image54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9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هبوط السكر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هدوء، ملاحظة العلامات، ومساعدة آمنة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"حالة قد تحدث بشكل مفاجئ، وتحتاج إلى تعرّف مبكر، وتصرف آمن، وطلب الطوارئ عند الخطورة"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بهبوط السكر؟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الوعي يحمي المصاب قبل تدهور الحالة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مبكر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العلامات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المصاب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التدهور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الأخطاء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كإطعام غير الواعي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المصابين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كل مكان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وقت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الاتصال بـ 999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الإسعاف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الأولي الآمن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هبوط السكر قد يبدو بسيطًا، لكنه قد يصبح طارئًا إذا صاحبه فقدان وعي أو ضعف شديد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بهبوط السكر؟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انخفاض مستوى السكر عن المستوى المناسب للجسم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المصابون بالسكري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تأخير الوجبات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مجهود بدني دون استعداد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تنظيم السكر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 أو الإرهاق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تحتاج لمختصين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هذا العرض توعوي ولا يغني عن توجيهات الطبيب أو خطة العلاج الخاصة بالمصاب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الأكثر عرضة لهبوط السكر؟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فئات تحتاج إلى متابعة ووعي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المصابون بالسكري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مستخدمو أدوية السكر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أطفال السكري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يتأخرون عن الوجبات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بذل مجهود دون غذاء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الحالة الصحية للمصاب — إذا أفصح عنها — تساعد على سرعة التصرف وقت الطوارئ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هبوط السكر المبكرة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اكتشاف الحالة قبل أن تتدهور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جوع شديد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رجفة أو ارتعاش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ضعف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قلق أو توتر مفاجئ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التركيز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شحوب أو تعب غير معتاد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 كان الشخص واعيًا وقادرًا على البلع، ساعده بهدوء واتبع خطته الصحية إن كانت معروفة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هبوط السكر الشديدة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تستدعي طلب المساعدة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أو تصرف غير معتاد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الكلام والفهم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شديد لا يقف معه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نعاس شديد أو فقدان وعي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البلع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تدهور سريع في الحالة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فقدان الوعي، تشنجات، عدم القدرة على البلع، أو تدهور واضح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المساعدة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 ومن حوله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حركة مركبات أو سقوط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أدوات حادة قريبة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جيد التهوية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مساحة كافية حوله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للاتصال بالطوارئ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يقلل احتمال إصابة إضافية، خاصة عند الدوخة أو الضعف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مع شخص واعٍ قادر على البلع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آمنة وفق خطته الصحية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اجعله يجلس في مكان آمن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اسأله عن السكري أو خطته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بمصدر سريع للسكر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تحسن الحالة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عدم التحسن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الشك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تُجبر المصاب على تناول شيء إذا كان غير قادر على البلع بشكل طبيعي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أمثلة عامة لمصدر سريع للسكر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للشخص الواعي القادر على البلع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591056" y="288036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9656" y="310896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385316" y="397764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36676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عصير محلى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36676" y="4480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مناسبًا لخطته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42716" y="26060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288536" y="288036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310896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082796" y="397764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534156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أقراص جلوكوز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534156" y="4480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كانت متوفرة لديه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40196" y="26060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986016" y="288036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4616" y="310896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780276" y="397764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231636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مشروب بسكر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231636" y="4480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حسب الحالة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837676" y="26060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683496" y="288036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2096" y="310896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477756" y="397764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929116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حلوى مناسبة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929116" y="4480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سهلة البلع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تعطِ كميات كبيرة بشكل عشوائي، ولا تعطِ أي شيء لشخص غير واعٍ</a:t>
            </a:r>
            <a:endParaRPr lang="ar-AE" sz="1200" dirty="0"/>
          </a:p>
        </p:txBody>
      </p:sp>
      <p:sp>
        <p:nvSpPr>
          <p:cNvPr id="36" name="Shape 2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بعد تحسن الحالة؟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الحالة بعد التحسن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أبقه جالسًا حتى يستقر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قيادة فورًا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الأهل أو المسؤول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خطته الصحية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عودة الأعراض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التكرار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تحسن الأعراض لا يعني إهمال السبب، خاصة إذا كانت الحالة متكررة أو شديدة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مع شخص غير واعٍ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— اتصل فورًا بـ 999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التنفس الطبيعي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شيئًا في الفم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إعطاء الطعام أو الشراب لشخص غير واعٍ قد يسبب اختناقًا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ظهرت تشنجات أو ضعف شديد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استجابة سريعة وآمنة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الأشياء الخطرة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تقيّد حركته بالقوة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شيئًا في الفم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الموظف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التشنجات أو فقدان الوعي علامات تستدعي طلب المساعدة فورًا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المصاب معروفًا بالسكري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يحمل بطاقة طبية أو خطة علاج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اسأله إن كان واعيًا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ابحث عن سوار طبي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أدوية لا تعرفها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في الوصول لأدواته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الفقدان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المختصين بالمعلومات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تعطِ المصاب دواءً أو حقنًا ما لم تكن مخولًا ومدربًا وضمن تعليمات واضحة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هبوط السكر لدى الأطفال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للتغيرات المفاجئة في السلوك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أو بكاء غير معتاد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تعرق أو رجفة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جوع شديد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التركيز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نعاس أو ضعف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غير معتاد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ولي الأمر، ساعد الطفل وفق خطته، واتصل بـ 999 عند علامات الخطورة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هبوط السكر في المدرسة أو العمل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إجراءات منظمة للحالات الصحية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الحالات المعلنة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 التواصل بأمان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المشرفين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أو تصوير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اتصال بـ 999 عند الخطورة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توثيق الوقت والملاحظات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المسبق يحمي المصاب ويقلل الارتباك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عند هبوط السكر؟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لغير الواعي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البلع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 مرتبكًا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قيادة قبل الاستقرار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حقن دون تدريب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التكرار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تبدأ بمعرفة متى نساعد ومتى نطلب المختصين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نتصل برقم الطوارئ 999؟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عند علامات الخطورة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القدرة على البلع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أو تدهور سريع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تحسن بعد المساعدة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أو سقوط بسبب الدوخة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معرفة سبب الحالة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لطفل أو كبير سن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الشك، اطلب المساعدة فورًا ولا تنتظر تدهور الحالة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هبوط السكر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بالخطة الصحية والوعي بالعوامل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بتوجيهات الطبيب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تأخير الوجبات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حمل مصدر مناسب للسكر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انتباه قبل النشاط الطويل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الأسرة والعمل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الأعراض المتكررة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هذه إرشادات عامة ولا تغني عن الخطة الطبية الخاصة بكل شخص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الاستجابة وتقليل الارتباك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يبقى مع المصاب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المتجمهرين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يبحث عن المسؤول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الطريق للإسعاف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يجهز وقت الأعراض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الأدوار يساعد المصاب ويمنع الفوضى والتأخير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هبوط السكر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اجلسه في مكان آمن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الواعي وفق خطته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تحسن الحالة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 مرتبكًا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المختصين بالمعلومات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احترم خصوصية المصاب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لغير الواعي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البلع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أو حقن دون توجيه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قيادة قبل الاستقرار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حوله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الحالة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بالطوارئ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مصاب بالسكري شعر برجفة وتعرق ودوخة وهو واعٍ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أجلسه في مكان آمن، ساعده وفق خطته بمصدر سريع للسكر، وراقب التحسن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ظهرت عليه علامات هبوط ثم فقد الوعي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999، لا تعطه طعامًا أو شرابًا، وراقب التنفس حتى المختصين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طالب في المدرسة أصبح مرتبكًا ويتعرق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المشرف، لا تتركه وحده، ساعده وفق خطته، واتصل بـ 999 عند الخطورة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التحسن أراد قيادة المركبة مباشرة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بالقيادة حتى تستقر حالته، وتأكد من وجود شخص لمساعدته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علامات هبوط السكر المبكرة؟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تشمل الرجفة والتعرق والجوع الشديد والدوخة والصداع وصعوبة التركيز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إعطاء طعام لشخص غير واعٍ؟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لا يُعطى الشخص غير الواعي أي طعام أو شراب — اتصل فورًا بـ 999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نفعل إذا كان واعيًا قادرًا على البلع؟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نجلسه في مكان آمن ونساعده وفق خطته أو بمصدر مناسب للسكر مع المراقبة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بـ 999؟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فقدان الوعي أو التشنجات أو عدم البلع أو تدهور الحالة أو عدم التحسن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التعرف المبكر على العلامات وتقديم مساعدة آمنة يحميان المصاب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 العلامات • ساعد الواعي وفق خطته • لا طعام لغير الواعي • اتصل بـ 999 عند الخطورة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"الوعي السريع بهبوط السكر والتصرف الآمن يحمي المصاب في اللحظة المناسبة"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1758</Words>
  <Application>Microsoft Office PowerPoint</Application>
  <PresentationFormat>شاشة عريضة</PresentationFormat>
  <Paragraphs>409</Paragraphs>
  <Slides>23</Slides>
  <Notes>23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7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هبوط السكر</dc:title>
  <dc:subject>PptxGenJS Presentation</dc:subject>
  <dc:creator>هيئة أبوظبي للدفاع المدني</dc:creator>
  <cp:lastModifiedBy>Lenovo</cp:lastModifiedBy>
  <cp:revision>1</cp:revision>
  <dcterms:created xsi:type="dcterms:W3CDTF">2026-05-07T21:23:02Z</dcterms:created>
  <dcterms:modified xsi:type="dcterms:W3CDTF">2026-05-08T00:26:13Z</dcterms:modified>
</cp:coreProperties>
</file>