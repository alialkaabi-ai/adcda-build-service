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حرائق البطاريات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شحن آمن… واستخدام مسؤول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"البطاريات جزء من حياتنا اليومية، لكن سوء استخدامها أو شحنها بطريقة غير آمنة قد يسبب مخاطر خطيرة"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البطاريات؟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البطاريات قد تتحول لمصدر خطر عند التلف أو الشحن غير الآمن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السبب الأخطر للبطاريات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ارتفاع الحرارة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الشحن والاستخدام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البطاريات الصغيرة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الممتلكات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والأجهزة المنزلية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الآمن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الشحن والتخزين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المعتمد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المنتجات غير الموثوقة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الصحيح يبدأ من اختيار المنتج الآمن واتباع تعليمات الشركة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تظهر عند استخدام بطارية تالفة أو شاحن غير 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 البطارية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انتفاخ البطارية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مواد كيميائية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غير معتمدة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الشحن على أسطح قابلة للاشتعال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الشحن دون متابعة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التعرض للحرارة المباشرة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التلف أو السخونة غير الطبيعية لا يجب تجاهلها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الشحن الآمن للأجهزة الإلكترونية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الشحن يحتاج موقعًا مناسبًا ومتابعة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شاحنًا أصليًا أو معتمدًا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اشحن على سطح ثابت غير قابل للاشتعال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الجهاز تحت الوسائد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الشحن قرب مصادر الحرارة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الشاحن بعد اكتمال الشحن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شاحنًا تالفًا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عند سخونة غير طبيعية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الشحن الآمن يقلل خطر ارتفاع الحرارة والحرائق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تلف البطارية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تشير إلى أن البطارية غير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انتفاخ البطارية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سوائل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تشققات أو تلف ظاهر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الشحن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غير طبيعي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مفاجئ متكرر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الاستخدام، افصل الجهاز بأمان، وأبعده عن المواد القابلة للاشتعال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الآمن للبطاريات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الصحيح يقلل احتمالية التلف وارتفاع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مكان جاف وبارد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أشعة الشمس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القابل للاشتعال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السليمة مع التالفة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متناول 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المعدنيات معها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الشركة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العشوائي قد يحوّل البطارية إلى مصدر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من البطاريات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البطاريات الصغيرة قد تشكل خطرًا على الأطفال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البطاريات في مكان مغلق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إغلاق غطاء البطاريات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البطاريات على الطاولات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الشواحن عن الأطفال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للأطفال باللعب بها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الابتلاع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خطورة البطاريات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البطاريات الصغيرة ليست ألعابًا، ويجب حفظها بعيدًا عن الأطفال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بطاريات الدراجات والأجهزة الكبيرة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عناية إضافية بسبب حجمها وقدرتها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الشاحن المخصص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تشحن في ممرات الخروج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الأثاث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بعد السقوط أو التلف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الشحن دون متابعة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تعدّل البطارية أو الشاحن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احفظها في موقع آمن مهوّى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الشحن عند الإكتمال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تجعل بطارية كبيرة قيد الشحن عائقًا أمام مسار الخروج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التخلص الآمن من البطاريات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التخلص غير السليم قد يسبب حرائق ومخاطر بيئية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ترمها في النفايات العادية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نقاط إعادة التدوير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غطِّ الأطراف بشريط عازل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تثقب البطارية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تفتحها أو تفككها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التالفة في مكان آمن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عن الكبيرة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البطارية التالفة تحتاج إلى تعامل حذر حتى بعد التوقف عن استخدامها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حرائق الشحن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موقع الشحن المناسب وتابع الجهاز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اشحن في مكان جيد التهوية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الشحن على الأرائك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تشحن قرب القابل للاشتعال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تغطِّ الأجهزة أثناء الشحن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شاحنًا غير مناسب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عند سخونة أو رائحة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مكان الشحن كما تختار مكانًا آمنًا لأي مصدر حرارة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لمخاطر البطاريات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الفئات تحتاج إلى عناية 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الابتلاع واللعب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كشف العلامات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اعتماد على الأجهزة الطبية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ركاب الدراجات الكهربائية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يومي مع بطاريات كبيرة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مستخدمو الأجهزة المنزلية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شحن مستمرة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ورش الإصلاح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مع بطاريات تالفة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الآمن يحمي كل فئة من المخاطر المرتبطة بها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سخونة البطارية أو ظهور دخان؟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تصرّف بسرعة وحذر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استخدام الجهاز فورًا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الشاحن إن كان آمنًا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الجهاز عن المواد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البطارية الساخنة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الجهاز تحت الماء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الموجودين عن الموقع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لمكان آمن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معالجة بطارية تالفة أو ساخنة بطريقة عشوائية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خاصة في استخدام البطاريات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الاستخدامات تستدعي حذرًا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بطاريات الدراجات الكهربائية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بطاريات السكوتر والألعاب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البطاريات في الرحلات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البطاريات الاحتياطية للشحن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البطاريات في درجات حرارة عالية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البطاريات بعد السقوط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بطاريات الأجهزة الطبية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بطارية لها بيئة استخدام مناسبة يجب الالتزام بها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والإبلاغ عند حريق بطارية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يسرّع وصول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دخان من بطارية دراجة كهربائية في الطابق الثاني، وتم إخلاء الموقع"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نوع الجهاز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المصابين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سلامة البطاريات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شواحن معتمدة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قبل الاستخدام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اشحن على سطح آمن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البطاريات عن الحرارة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خزّنها بعيدًا عن الأطفال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تخلّص منها بطريقة آمنة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بطارية منتفخة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تشحن تحت الوسائد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شاحنًا متضررًا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تشحن قرب القابل للاشتعال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تفكّك البطارية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الدخان أو السخونة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دون متابعة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أن بطارية جهاز إلكتروني منتفخة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استخدام الجهاز، ضعه بموقع آمن، واطلب فحصه من مختص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يشحن جهازًا تحت الوسادة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هذا السلوك وانقل الجهاز إلى سطح ثابت وآمن مهوّى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شاحن الجهاز متشقّق وعليه علامات تلف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استخدامه واستبدله بشاحن معتمد ومناسب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من جهاز أثناء الشحن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الكهرباء بأمان، ابتعد، واتصل بالطوارئ إن استمر الخطر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بطارية منتفخة؟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التوقف عن استخدامها فورًا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يُفضّل شحن الأجهزة الإلكترونية؟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سطح ثابت غير قابل للاشتعال وفي مكان جيد التهوية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شحن الجهاز تحت الوسادة؟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قد يؤدي إلى ارتفاع الحرارة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ملاحظة دخان من جهاز يشحن؟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أبتعد، أفصل الكهرباء إذا كان آمنًا، وأطلب المساعدة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استخدام شاحن معتمد؟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خطر ارتفاع الحرارة وتلف البطارية ونشوب حريق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حرائق البطاريات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شاحن معتمد • لا للوسائد • أوقف التالفة • بعيدًا عن الحرارة • تخلص آمن •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"الشحن الآمن والاستخدام المسؤول يحمي الأرواح والممتلكات"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F.7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1431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حرائق البطاريات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2026-05-14T23:03:47Z</dcterms:modified>
</cp:coreProperties>
</file>