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في مكان العمل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التزام الموظفين أساس سلامة المنشأة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"الإخلاء الآمن في مكان العمل يعتمد على الهدوء، الالتزام بالتعليمات، ومعرفة مسارات الخروج ونقطة التجمع"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نتعلم الإخلاء في مكان العمل؟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الطوارئ قد تحدث بشكل مفاجئ، والاستعداد ينقذ الأرواح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الجميع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الموظفين والزوار والمتعاملين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الطوارئ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الخروج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منظمة من المنشأة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الطوارئ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عمل فرق الإطفاء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التدافع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الارتباك والفوضى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خطة الإخلاء قبل الطوارئ تساعد على التصرف الصحيح عند الحاجة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بالإخلاء الآمن في مكان العمل؟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خروج منظم إلى نقطة التجمع وفق خطة معتمدة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مخارج الطوارئ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بمسارات الإخلاء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الاستجابة الفورية للإنذار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السلامة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الأغراض الشخصية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استخدام المصاعد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البقاء في نقطة التجمع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ليس خروجًا عشوائيًا، بل عملية منظمة لحماية الأرواح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يتم الإخلاء؟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تستدعي مغادرة المنشأة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إنذار الحريق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أو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نشوب حريق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خلل في سلامة المبنى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حادث داخل المنشأة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رسمي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 بنفسك — اتبع توجيهات الإخلاء فورًا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سماع جهاز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ولا تفترض أنه تجربة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 عن العمل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الأجهزة إن كان آمنًا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أقرب مسار إخلاء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الزوار بالتوجيه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الاستجابة السريعة والمنظمة تقلل المخاطر وتحمي الجميع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الإخلاء ومخارج الطوارئ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يجب أن تكون واضحة وخالية من العوائق دائمًا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أقرب 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معدات في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المخارج للتخزين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المخرج الخالي من العوائق قد ينقذ حياة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وعدم استخدام المصاعد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وسيلة الخروج الآمنة وقت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أثناء الإخلاء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 أثناء الحريق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 بهدوء دون تدافع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امسك الدرابزين عند الحاجة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في السلم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لفرق الطوارئ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كبيرة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المصاعد قد تتعطل أو تتوقف في موقع خطر أثناء الطوارئ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الموظف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موظف دور في نجاح عملية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بخطة الإخلاء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تجاهل الإنذار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العودة للمكتب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الزوار بالتوجيه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عن المحتاجين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عرقلة المسارات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التعليمات قبل العودة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الموظف الواعي يساعد على حماية فريق العمل بالكامل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فريق السلامة والمشرفين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مسؤولون عن تنظيم الإخلاء وتوجيه الأفراد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الأفراد للمخارج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خلو المسارات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استخدام المصاعد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المحتاجين للدعم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نقطة التجمع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الجهات المختصة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تطبيق خطة الطوارئ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توجيهات فريق السلامة يساعد على إخلاء أسرع وأكثر تنظيمًا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الزوار والمتعاملين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 غير ملمين بمخارج الطوارئ ويعتمدون على الموظفين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الزوار بهدوء للمخرج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الزائر دون توجيه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تعرض نفسك للخطر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السلامة عن المحتاجين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اجعل التوجيه مختصرًا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 التجمع قرب المخارج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الزائر يعتمد على موظفي المنشأة في معرفة التصرف الصحيح أثناء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الفئات الأكثر احتياجًا للدعم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الموظفين والزوار يحتاجون دعمًا إضافيًا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 وحاجة للمساعدة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ومعدات طبية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 والاستعجال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المصابون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الحركة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بالمبنى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الشاملة تعني مراعاة احتياجات جميع الموجودين في المنشأة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في مكان 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الآمن للموظفين والزوار بعد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المفقودين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العودة العشوائية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إتاحة المجال للطوارئ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مباشرة للنقطة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مع فريقك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قبل المغادرة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بدون سماح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جزء أساسي من عملية الإخلاء، وليست خطوة اختيارية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مسار الإخلاء غير آمن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يكون المسار المعتاد محجوبًا بالدخان أو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منطقة دخان كثيف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المسار البديل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فريق السلامة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لموقع أكثر أمانًا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وحدد موقعك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تخاطر بالدخول في مسار غير آمن — وضّح موقعك واطلب المساعدة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والإبلاغ أثناء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الدقيق يسرّع الاستجابة ويقلل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في الطابق الثالث قرب غرفة الاجتماعات، وتم توجيه الموظفين إلى السلم الشرقي"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اسم المنشأة والموقع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الطابق ونوع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 للمساعدة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أثناء الإخلاء في العمل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استجب للإنذار فورًا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السلامة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الزوار بالتوجيه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المكتب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تدفع الآخرين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أمام المداخل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جهاز الإنذار أثناء اجتماع عمل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الاجتماع فورًا، واتبع مسار الإخلاء إلى 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زائرًا لا يعرف طريق الخروج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وجّهه بهدوء إلى أقرب مخرج آمن أو أبلغ فريق السلامة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تركت جهازًا شخصيًا أو مستندات في المكتب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لأخذها، واستكمل الإخلاء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 المعتاد مليء بالدخان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الممر، واستخدم مسارًا بديلًا أو اتصل بالطوارئ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جهاز الإنذار في مكان العمل؟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أتوقف فورًا وأتبع مسار الإخلاء إلى نقطة التجمع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الحريق؟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السلالم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تعود إلى المكتب لأخذ أغراضك؟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سلامة الأرواح أولًا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رأيت شخصًا يحتاج إلى مساعدة؟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فريق السلامة وأساعد إذا كان ذلك آمنًا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نلتزم بنقطة التجمع؟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للتأكد من سلامة الجميع ومنع العودة العشوائية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الآمن في مكان العمل مسؤولية مشتركة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المخارج • استجب للإنذار • استخدم السلالم • نقطة التجمع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"الالتزام بخطة الإخلاء يجعل بيئة العمل أكثر أمنًا وسلامة"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1386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الإخلاء الآمن في مكان العمل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2026-05-14T23:08:46Z</dcterms:modified>
</cp:coreProperties>
</file>