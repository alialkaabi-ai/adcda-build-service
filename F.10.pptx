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4.png"/><Relationship Id="rId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عند انطلاق الإنذار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استجابة هادئة… وسلامة للجميع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"جهاز الإنذار ليس صوتًا عابرًا، بل تنبيه مبكر يستدعي الهدوء واتباع إجراءات السلامة فورًا"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التعامل مع الإنذار بجدية؟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يكون مؤشرًا على حريق أو دخان أو حالة طارئة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أولوية كل خطة طوارئ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استجابة سريعة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كافٍ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للإخلاء المنظم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الفوضى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التدافع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الطوارئ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عمل الفرق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حصر الموجودين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السلامة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رؤية الخطر حتى تبدأ بالتصرف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يعني انطلاق جهاز الإنذار؟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احتمال خطر أو بلاغ يستدعي الانتباه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دخان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بداية حريق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حرارة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غاز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خلل في نظام السلامة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تمرين إخلاء معتمد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من الجهات المختصة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لو كان الإنذار تدريبيًا، يجب التعامل معه كأنه حالة حقيقية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التحرك فورًا؟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تستدعي الاستجابة الفورية بلا انتظار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الإنذار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رؤية دخان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حرارة المكان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رسمي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إعلانات صوتية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غير اعتيادية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ثانية في الطوارئ مهمة، ولا تنتظر التأكد قبل التحرك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فور سماع الإنذار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النشاط واستعد للتحرك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فورًا عن أي نشاط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للتعليمات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الأغراض الشخصية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اتجه إلى أقرب مخرج آمن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إلا بإذن رسمي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يساعدك على اتخاذ القرار الصحيح بسرعة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مسارات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وُضعت لتوجيه الأفراد إلى المخارج الآمنة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لوحات الإرشاد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أقرب مسار آمن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مسارًا بديلًا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تسر عكس الاتجاه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تتوقف في الممرات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عائق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المسار الواضح والخالي من العوائق يسرّع الإخلاء ويحمي الجميع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السلالم وعدم استخدام المصاعد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السلالم خيار آمن في 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9"/>
          <p:cNvSpPr/>
          <p:nvPr/>
        </p:nvSpPr>
        <p:spPr>
          <a:xfrm>
            <a:off x="11320272" y="27340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1132027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المخصصة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13639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11320272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113202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13639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المصاعد عند الإنذار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57530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11320272" y="36118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1132027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57530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انزل بهدوء دون تدافع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01421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11320272" y="405079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11320272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01421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أمسك الدرابزين عند الحاجة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45312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11320272" y="44897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1132027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45312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تتوقف داخل السلم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8920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9"/>
          <p:cNvSpPr/>
          <p:nvPr/>
        </p:nvSpPr>
        <p:spPr>
          <a:xfrm>
            <a:off x="11320272" y="4928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0"/>
          <p:cNvSpPr/>
          <p:nvPr/>
        </p:nvSpPr>
        <p:spPr>
          <a:xfrm>
            <a:off x="11320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8920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أغراضًا تعيق الحركة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33095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11320272" y="53675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4"/>
          <p:cNvSpPr/>
          <p:nvPr/>
        </p:nvSpPr>
        <p:spPr>
          <a:xfrm>
            <a:off x="11320272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3309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مساحة لمن يحتاج المساعدة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المصعد قد يتعطل أو يتوقف في طابق متأثر بالخطر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لاحظت دخانًا أثناء الإنذار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حذر إضافي وعدم الاقتراب من مصدر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الدخان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ممرًا مليئًا بالدخان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فيه دخان كثيف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مسارًا بديلًا آمنًا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الأبواب خلفك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انتقل لموقع أكثر أمانًا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موقعك بدقة عند المساعدة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منخفضًا أثناء الخروج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قد يعيق الرؤية والتنفس، لذلك لا تستهين به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 بعد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الآمن لتأكيد سلامة الجميع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سلامة الجميع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المفقودين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الأفراد بعيدًا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إتاحة المجال للطوارئ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العودة العشوائية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في النقطة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قبل المغادرة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للموظفين: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 جزء أساسي من عملية الإخلاء، وليست خطوة اختيارية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الذي يجب تجنّبه عند انطلاق الإنذار؟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سلوكيات تؤخر الإخلاء وتعرّض الآخرين للخطر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صوت الإنذار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الرجوع للأغراض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المصعد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الركض والتدافع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تصوير الحدث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فتح أبواب فيها دخان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الآمن أهم من الممتلكات أو التصوير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الفئات الأكثر احتياجًا للدعم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الأشخاص قد يحتاجون مساعدة إضافية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أبطأ وحاجة للتوجيه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محدودة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ترتيبات إخلاء خاصة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المرضى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الحركة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النساء الحوامل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الإجهاد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ملمّين بالمبنى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تشمل الجميع، ولا تكتمل دون مراعاة احتياجات الفئات الأكثر عرضة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الإنذار في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بسرعة وأخرج أفراد الأسرة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نبّه أفراد الأسرة فورًا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أقرب مخرج آمن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تبحث عن الأغراض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تجمع خارجية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إلى المنزل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موقع آمن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الأطفال صوت الإنذار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الجهات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الهروب المنزلية تجعل الاستجابة أسرع وأكثر تنظيمًا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الإنذار في مكان العمل والمرافق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بتوجيهات المسؤولين وفريق السلامة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النشاط فورًا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السلامة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وجّه الزوار بهدوء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والمخارج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المصاعد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تغادر قبل التعليمات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الجماعي يقلل الفوضى ويساعد على إخلاء آمن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والتواصل أثناء الإنذار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المعلومات الدقيقة تساعد على الاستجابة السريعة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على بلاغ واضح: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"يوجد دخان في الممر الشرقي بالطابق الثاني، وعدد من الأشخاص يتجهون إلى السلم"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موقعك بدقة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نوع الخطر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المحتاجين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معلومات غير مؤكدة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والدقيق ينقذ الأرواح ويسرّع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انطلاق الإنذار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بجدية مع الإنذار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التعليمات الرسمية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مخارج الطوارئ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المحتاجين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الحاجة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الإنذار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للأغراض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أو تدفع الآخرين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الدخان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معلومات غير مؤكدة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قبل التصريح الرسمي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انطلق الإنذار وأنت داخل مبنى عام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فورًا، واتبع مسار الإخلاء إلى نقطة التجمع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أشخاص يتجهون لاستخدام المصعد أثناء الإنذار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وجّههم بهدوء لاستخدام السلالم وأبلغ فريق السلامة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دخانًا في الممر القريب من المخرج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الممر، استخدم مسارًا بديلًا أو اطلب المساعدة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خرجت من المبنى وتذكرت غرضًا مهمًا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إلى المبنى، وانتظر التعليمات الرسمية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سماع جهاز الإنذار؟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أتعامل معه بجدية وأتبع تعليمات الإخلاء إلى نقطة التجمع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المصعد أثناء إنذار الحريق؟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استخدام السلالم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كان الممر مليئًا بالدخان؟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أدخل الممر، وأستخدم مسارًا بديلًا أو أطلب المساعدة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نعود إلى المبنى بعد الخروج؟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الخطر قد يكون مستمرًا أو غير ظاهر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أهمية نقطة التجمع؟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سلامة الجميع وتنظيم الأفراد بعيدًا عن الخطر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الاستجابة الصحيحة للإنذار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• هدوء • السلالم • نقطة التجمع • لا تعد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"الاستجابة الهادئة والمنظمة عند انطلاق الإنذار قد تنقذ الأرواح"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F.10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</Words>
  <Application>Microsoft Office PowerPoint</Application>
  <PresentationFormat>شاشة عريضة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التصرف الصحيح عند انطلاق الإنذار</dc:title>
  <dc:subject>PptxGenJS Presentation</dc:subject>
  <dc:creator>هيئة أبوظبي للدفاع المدني</dc:creator>
  <cp:lastModifiedBy>Lenovo</cp:lastModifiedBy>
  <cp:revision>1</cp:revision>
  <dcterms:created xsi:type="dcterms:W3CDTF">2026-05-06T01:35:42Z</dcterms:created>
  <dcterms:modified xsi:type="dcterms:W3CDTF">2026-05-14T23:04:43Z</dcterms:modified>
</cp:coreProperties>
</file>