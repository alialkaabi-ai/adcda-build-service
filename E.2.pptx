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2570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4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11" Type="http://schemas.openxmlformats.org/officeDocument/2006/relationships/image" Target="../media/image4.png"/><Relationship Id="rId5" Type="http://schemas.openxmlformats.org/officeDocument/2006/relationships/image" Target="../media/image17.png"/><Relationship Id="rId10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4.png"/><Relationship Id="rId5" Type="http://schemas.openxmlformats.org/officeDocument/2006/relationships/image" Target="../media/image23.png"/><Relationship Id="rId10" Type="http://schemas.openxmlformats.org/officeDocument/2006/relationships/image" Target="../media/image18.png"/><Relationship Id="rId4" Type="http://schemas.openxmlformats.org/officeDocument/2006/relationships/image" Target="../media/image2.png"/><Relationship Id="rId9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4.png"/><Relationship Id="rId5" Type="http://schemas.openxmlformats.org/officeDocument/2006/relationships/image" Target="../media/image24.png"/><Relationship Id="rId10" Type="http://schemas.openxmlformats.org/officeDocument/2006/relationships/image" Target="../media/image28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11" Type="http://schemas.openxmlformats.org/officeDocument/2006/relationships/image" Target="../media/image4.png"/><Relationship Id="rId5" Type="http://schemas.openxmlformats.org/officeDocument/2006/relationships/image" Target="../media/image23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11" Type="http://schemas.openxmlformats.org/officeDocument/2006/relationships/image" Target="../media/image4.png"/><Relationship Id="rId5" Type="http://schemas.openxmlformats.org/officeDocument/2006/relationships/image" Target="../media/image17.png"/><Relationship Id="rId10" Type="http://schemas.openxmlformats.org/officeDocument/2006/relationships/image" Target="../media/image14.png"/><Relationship Id="rId4" Type="http://schemas.openxmlformats.org/officeDocument/2006/relationships/image" Target="../media/image2.png"/><Relationship Id="rId9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4.png"/><Relationship Id="rId5" Type="http://schemas.openxmlformats.org/officeDocument/2006/relationships/image" Target="../media/image30.png"/><Relationship Id="rId10" Type="http://schemas.openxmlformats.org/officeDocument/2006/relationships/image" Target="../media/image12.png"/><Relationship Id="rId4" Type="http://schemas.openxmlformats.org/officeDocument/2006/relationships/image" Target="../media/image2.png"/><Relationship Id="rId9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1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8.png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2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11" Type="http://schemas.openxmlformats.org/officeDocument/2006/relationships/image" Target="../media/image34.png"/><Relationship Id="rId5" Type="http://schemas.openxmlformats.org/officeDocument/2006/relationships/image" Target="../media/image32.png"/><Relationship Id="rId10" Type="http://schemas.openxmlformats.org/officeDocument/2006/relationships/image" Target="../media/image39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openxmlformats.org/officeDocument/2006/relationships/image" Target="../media/image1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11" Type="http://schemas.openxmlformats.org/officeDocument/2006/relationships/image" Target="../media/image4.png"/><Relationship Id="rId5" Type="http://schemas.openxmlformats.org/officeDocument/2006/relationships/image" Target="../media/image37.png"/><Relationship Id="rId10" Type="http://schemas.openxmlformats.org/officeDocument/2006/relationships/image" Target="../media/image34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image" Target="../media/image1.png"/><Relationship Id="rId7" Type="http://schemas.openxmlformats.org/officeDocument/2006/relationships/image" Target="../media/image45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11" Type="http://schemas.openxmlformats.org/officeDocument/2006/relationships/image" Target="../media/image34.png"/><Relationship Id="rId5" Type="http://schemas.openxmlformats.org/officeDocument/2006/relationships/image" Target="../media/image11.png"/><Relationship Id="rId10" Type="http://schemas.openxmlformats.org/officeDocument/2006/relationships/image" Target="../media/image18.png"/><Relationship Id="rId4" Type="http://schemas.openxmlformats.org/officeDocument/2006/relationships/image" Target="../media/image2.png"/><Relationship Id="rId9" Type="http://schemas.openxmlformats.org/officeDocument/2006/relationships/image" Target="../media/image1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5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حقيبة الإسعافات الأولية في المنزل</a:t>
            </a:r>
            <a:endParaRPr lang="en-US" sz="34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مجهزة، منظمة، مفحوصة، ومعروفة المكان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257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"حقيبة إسعافات أولية مجهزة في المنزل تساعد على التعامل الآمن مع الإصابات البسيطة والحالات الطارئة"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E.2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نحتاج حقيبة إسعافات أولية في المنزل؟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أساسية للتعامل مع الإصابات البسيطة في المنزل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أساسية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للإصابات البسيطة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الارتباك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عند حدوث طارئ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المصاب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حتى وصول المختصين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استعداد الأسرة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للحالات المفاجئة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وصول سريع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للأدوات اللازمة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ثقافة الوقاية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والاستجابة الآمنة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حقيبة الإسعافات لا تغني عن الاتصال بـ 999 عند الحالات الخطيرة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E.2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أين توضع حقيبة الإسعافات الأولية؟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مكان الحقيبة مهم بقدر أهمية محتوياتها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مكان واضح ومعروف للأسرة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بعيدة عن متناول الأطفال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بعيدة عن الحرارة والرطوبة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تخفِها خلف أغراض كثيرة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اختر مكانًا سهل الوصول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الكبار بمكانها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الحقيبة غير المفحوصة أو المخفية في مكان غير واضح قد لا تفيد وقت الطوارئ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مواصفات الحقيبة المناسبة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عملية، منظمة، وسهلة الحمل عند الحاجة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علامة إسعافات أولية واضحة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سهلة الفتح والإغلاق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مقسمة من الداخل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مقاومة للرطوبة والغبار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خفيفة وسهلة الحمل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قائمة بالمحتويات وتاريخ الفحص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التنظيم داخل الحقيبة يساعد على الوصول السريع للأداة المناسبة دون إضاعة وقت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المكونات الأساسية للحقيبة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يُنصح بتوفرها في كل حقيبة منزلية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846320" y="269748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1320272" y="272491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4" name="Text 9"/>
          <p:cNvSpPr/>
          <p:nvPr/>
        </p:nvSpPr>
        <p:spPr>
          <a:xfrm>
            <a:off x="11320272" y="2724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4983480" y="269748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ضمادات لاصقة بأحجام مختلفة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309067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1320272" y="311810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8" name="Text 13"/>
          <p:cNvSpPr/>
          <p:nvPr/>
        </p:nvSpPr>
        <p:spPr>
          <a:xfrm>
            <a:off x="11320272" y="31181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983480" y="309067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شاش طبي معقم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846320" y="3483864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1320272" y="35112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2" name="Text 17"/>
          <p:cNvSpPr/>
          <p:nvPr/>
        </p:nvSpPr>
        <p:spPr>
          <a:xfrm>
            <a:off x="11320272" y="35112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983480" y="3483864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ضمادات قطنية ماصة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846320" y="3877056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1320272" y="390448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6" name="Text 21"/>
          <p:cNvSpPr/>
          <p:nvPr/>
        </p:nvSpPr>
        <p:spPr>
          <a:xfrm>
            <a:off x="11320272" y="39044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983480" y="3877056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شريط طبي لاصق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846320" y="4270248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320272" y="42976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0" name="Text 25"/>
          <p:cNvSpPr/>
          <p:nvPr/>
        </p:nvSpPr>
        <p:spPr>
          <a:xfrm>
            <a:off x="11320272" y="42976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983480" y="4270248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قفازات طبية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4846320" y="4663440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11320272" y="469087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4" name="Text 29"/>
          <p:cNvSpPr/>
          <p:nvPr/>
        </p:nvSpPr>
        <p:spPr>
          <a:xfrm>
            <a:off x="11320272" y="46908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4983480" y="4663440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مناديل مطهرة مناسبة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4846320" y="5056632"/>
            <a:ext cx="6858000" cy="347472"/>
          </a:xfrm>
          <a:prstGeom prst="roundRect">
            <a:avLst>
              <a:gd name="adj" fmla="val 13158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11320272" y="508406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8" name="Text 33"/>
          <p:cNvSpPr/>
          <p:nvPr/>
        </p:nvSpPr>
        <p:spPr>
          <a:xfrm>
            <a:off x="11320272" y="5084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9" name="Text 34"/>
          <p:cNvSpPr/>
          <p:nvPr/>
        </p:nvSpPr>
        <p:spPr>
          <a:xfrm>
            <a:off x="4983480" y="5056632"/>
            <a:ext cx="6199632" cy="347472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مقص وملقط آمنان</a:t>
            </a:r>
            <a:endParaRPr lang="en-US" sz="1200" dirty="0"/>
          </a:p>
        </p:txBody>
      </p:sp>
      <p:sp>
        <p:nvSpPr>
          <p:cNvPr id="40" name="Shape 3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الأدوات حسب الحاجة وبطريقة آمنة، ولا تقدم تدخلات غير معروفة</a:t>
            </a:r>
            <a:endParaRPr lang="ar-AE" sz="1200" dirty="0"/>
          </a:p>
        </p:txBody>
      </p:sp>
      <p:sp>
        <p:nvSpPr>
          <p:cNvPr id="42" name="Shape 37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3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8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44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5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E.2</a:t>
            </a:r>
            <a:endParaRPr lang="en-US" sz="1000" dirty="0"/>
          </a:p>
        </p:txBody>
      </p:sp>
      <p:sp>
        <p:nvSpPr>
          <p:cNvPr id="52" name="Shape 46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7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التعامل مع الجروح البسيطة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النظافة والتعقيم يقللان المضاعفات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قفازات طبية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شاش معقم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ضمادات لاصقة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شريط طبي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مناديل مطهرة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كيس صغير للمخلفات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وجود جرح كبير أو نزيف شديد، ولا تكتفِ بالإسعاف البسيط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التعامل مع الحروق البسيطة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العناية الأولية الصحيحة تقلل تفاقم الإصابة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شاش معقم غير لاصق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ضمادات نظيفة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قفازات طبية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مقص آمن عند الحاجة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 إسعافات مبسط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مياه نظيفة بدرجة فاترة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الحروق الكهربائية أو الكيميائية أو الواسعة تحتاج إلى مساعدة مختصة فورًا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الحماية الشخصية للمسعف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المسعف ضرورية عند وجود دم أو سوائل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قفازات طبية للاستخدام مرة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كمامة عند الحاجة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مناديل تنظيف ومعقم يدين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أكياس للتخلص من المواد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حاجز واقٍ للإنعاش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حماية للعينين عند الحاجة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تساعد بطريقة تعرضك للخطر، واستخدم الحماية الشخصية قدر الإمكان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التثبيت والدعم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بسيط للإصابات الناتجة عن السقوط أو الالتواء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رباط ضاغط مرن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ضمادات لف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شاش أو وسائد ضماد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شريط طبي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كيس بارد فوري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تحرك الطرف المصاب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الأدوات المساعدة لا تعني علاج الإصابة، بل دعم مؤقت حتى الوصول للمساعدة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الأدوية داخل حقيبة الإسعافات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بحذر مع الأدوية المنزلية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أدوية دون معرفة استخدامها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 في عبواتها الأصلية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تابع تاريخ الصلاحية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تعطها لشخص آخر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راعِ الحساسية والحالات المزمنة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احفظها بعيدًا عن الأطفال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الدواء الخاطئ أو الجرعة غير المناسبة قد يسبب ضررًا — التزم بالتوجيه الطبي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رقم الطوارئ والمعلومات المهمة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وقت الطوارئ مربك — والمعلومات الجاهزة تسرّع التصرف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داخل الحقيبة: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83280" y="32004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"رقم 999 • عنوان المنزل • أقرب معلم • أرقام الأهل • معلومات صحية مهمة"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رقم 999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عنوان المنزل بوضوح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أقرب معلم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أرقام الأسرة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4" name="Text 26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رقم 999 والمعلومات الأساسية مكتوبة يساعد الجميع على التصرف السريع</a:t>
            </a:r>
            <a:endParaRPr lang="ar-AE" sz="1200" dirty="0"/>
          </a:p>
        </p:txBody>
      </p:sp>
      <p:sp>
        <p:nvSpPr>
          <p:cNvPr id="35" name="Shape 27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6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8" name="Text 29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0" name="Text 31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2" name="Text 33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4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4" name="Text 35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E.2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6" name="Text 37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الحقيبة من الداخل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التنظيم يجعل الاستخدام أسرع وقت الطوارئ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846320" y="278892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11320272" y="283464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4" name="Text 9"/>
          <p:cNvSpPr/>
          <p:nvPr/>
        </p:nvSpPr>
        <p:spPr>
          <a:xfrm>
            <a:off x="11320272" y="2834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0"/>
          <p:cNvSpPr/>
          <p:nvPr/>
        </p:nvSpPr>
        <p:spPr>
          <a:xfrm>
            <a:off x="4983480" y="278892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الضمادات في قسم مستقل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4846320" y="3236976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11320272" y="328269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18" name="Text 13"/>
          <p:cNvSpPr/>
          <p:nvPr/>
        </p:nvSpPr>
        <p:spPr>
          <a:xfrm>
            <a:off x="11320272" y="32826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4"/>
          <p:cNvSpPr/>
          <p:nvPr/>
        </p:nvSpPr>
        <p:spPr>
          <a:xfrm>
            <a:off x="4983480" y="3236976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التعقيم في قسم واضح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4846320" y="3685032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11320272" y="37307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2" name="Text 17"/>
          <p:cNvSpPr/>
          <p:nvPr/>
        </p:nvSpPr>
        <p:spPr>
          <a:xfrm>
            <a:off x="11320272" y="37307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4983480" y="3685032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القفازات سريعة الوصول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4846320" y="4133088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11320272" y="41788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26" name="Text 21"/>
          <p:cNvSpPr/>
          <p:nvPr/>
        </p:nvSpPr>
        <p:spPr>
          <a:xfrm>
            <a:off x="11320272" y="41788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4983480" y="4133088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الأدوية في قسم منفصل ومغلق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4846320" y="4581144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11320272" y="462686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0" name="Text 25"/>
          <p:cNvSpPr/>
          <p:nvPr/>
        </p:nvSpPr>
        <p:spPr>
          <a:xfrm>
            <a:off x="11320272" y="4626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4983480" y="4581144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 ورقم 999 في الأعلى</a:t>
            </a:r>
            <a:endParaRPr lang="en-US" sz="1200" dirty="0"/>
          </a:p>
        </p:txBody>
      </p:sp>
      <p:sp>
        <p:nvSpPr>
          <p:cNvPr id="32" name="Shape 27"/>
          <p:cNvSpPr/>
          <p:nvPr/>
        </p:nvSpPr>
        <p:spPr>
          <a:xfrm>
            <a:off x="4846320" y="5029200"/>
            <a:ext cx="6858000" cy="384048"/>
          </a:xfrm>
          <a:prstGeom prst="roundRect">
            <a:avLst>
              <a:gd name="adj" fmla="val 1190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11320272" y="507492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</p:sp>
      <p:sp>
        <p:nvSpPr>
          <p:cNvPr id="34" name="Text 29"/>
          <p:cNvSpPr/>
          <p:nvPr/>
        </p:nvSpPr>
        <p:spPr>
          <a:xfrm>
            <a:off x="11320272" y="5074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4983480" y="5029200"/>
            <a:ext cx="6199632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قائمة بالمحتويات محدّثة</a:t>
            </a:r>
            <a:endParaRPr lang="en-US" sz="1200" dirty="0"/>
          </a:p>
        </p:txBody>
      </p:sp>
      <p:sp>
        <p:nvSpPr>
          <p:cNvPr id="36" name="Shape 31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الحقيبة غير المنظمة قد تسبب تأخيرًا في الوصول إلى الأدوات المطلوبة</a:t>
            </a:r>
            <a:endParaRPr lang="ar-AE" sz="1200" dirty="0"/>
          </a:p>
        </p:txBody>
      </p:sp>
      <p:sp>
        <p:nvSpPr>
          <p:cNvPr id="38" name="Shape 33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9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0" name="Shape 34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5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2" name="Shape 36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7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9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6" name="Shape 40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E.2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الفحص الدوري للحقيبة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الحقيبة تحتاج إلى مراجعة دورية حتى تبقى جاهزة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صلاحية الأدوية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صلاحية المطهرات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توفر القفازات والضمادات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نظافة الحقيبة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اكتمال الأدوات الأساسية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عمل المصباح الصغير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تحديث رقم 999 والمعلومات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نفحص؟: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بشكل دوري، وبعد كل استخدام، وقبل الرحلات أو المناسبات العائلية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 يجب أن يعرف مكان الحقيبة؟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المعرفة بمكان الحقيبة لا تقل أهمية عن تجهيزها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الوالدان ومقدمو الرعاية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الأبناء الأكبر سنًا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العاملون في المنزل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كبار السن القادرون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44271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362559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80847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44855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الحقيبة ليست للعب الأطفال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614019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632307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0595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714603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تدريب الأسرة على رقم 999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المعرفة بمكان الحقيبة لا تقل أهمية عن تجهيزها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E.2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حقيبة إسعافات للمنزل والسيارة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منهما يلبي احتياجًا مختلفًا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CE7F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حقيبة المنزل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8554212" y="3246120"/>
            <a:ext cx="777240" cy="77724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3401568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428232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أكبر حجمًا •</a:t>
            </a:r>
            <a:endParaRPr lang="en-US" sz="1200" dirty="0"/>
          </a:p>
        </p:txBody>
      </p:sp>
      <p:sp>
        <p:nvSpPr>
          <p:cNvPr id="16" name="Text 11"/>
          <p:cNvSpPr/>
          <p:nvPr/>
        </p:nvSpPr>
        <p:spPr>
          <a:xfrm>
            <a:off x="6428232" y="44988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أكثر تنوعًا •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6428232" y="483717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مكان معروف داخل المنزل •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457200" y="2606040"/>
            <a:ext cx="5577840" cy="301752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DCE7F5"/>
          </a:solidFill>
          <a:ln/>
        </p:spPr>
      </p:sp>
      <p:sp>
        <p:nvSpPr>
          <p:cNvPr id="20" name="Text 15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حقيبة المركبة</a:t>
            </a:r>
            <a:endParaRPr lang="en-US" sz="1800" dirty="0"/>
          </a:p>
        </p:txBody>
      </p:sp>
      <p:sp>
        <p:nvSpPr>
          <p:cNvPr id="21" name="Shape 16"/>
          <p:cNvSpPr/>
          <p:nvPr/>
        </p:nvSpPr>
        <p:spPr>
          <a:xfrm>
            <a:off x="2857500" y="3246120"/>
            <a:ext cx="777240" cy="777240"/>
          </a:xfrm>
          <a:prstGeom prst="ellipse">
            <a:avLst/>
          </a:prstGeom>
          <a:solidFill>
            <a:srgbClr val="DCE7F5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17520" y="3401568"/>
            <a:ext cx="457200" cy="45720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152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صغيرة وسهلة الحمل •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731520" y="44988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بعيدًا عن الحرارة قدر الإمكان •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731520" y="483717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تفحص بانتظام •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تنبيه: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 الأدوات أو الأدوية داخل المركبة لفترات طويلة دون فحص، خاصة في الأجواء الحارة</a:t>
            </a:r>
            <a:endParaRPr lang="ar-AE" sz="1200" dirty="0"/>
          </a:p>
        </p:txBody>
      </p:sp>
      <p:sp>
        <p:nvSpPr>
          <p:cNvPr id="28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29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0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1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2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E.2</a:t>
            </a:r>
            <a:endParaRPr lang="en-US" sz="1000" dirty="0"/>
          </a:p>
        </p:txBody>
      </p:sp>
      <p:sp>
        <p:nvSpPr>
          <p:cNvPr id="38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لا تكفي حقيبة الإسعافات؟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حالات تحتاج إلى تدخل مختص — اتصل بـ 999 فورًا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فقدان الوعي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التنفس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ألم شديد في الصدر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نزيف شديد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حروق كبيرة أو عميقة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اشتباه بكسر أو إصابة الرأس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تسمم أو ابتلاع مادة خطرة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تشنجات أو أعراض جلطة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الحقيبة تساعد في التصرف الأولي، لكنها لا تستبدل المختصين عبر رقم 999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E.2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أخطاء شائعة في تجهيز الحقيبة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أخطاء تجعل الحقيبة غير جاهزة فعليًا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مكان غير معروف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أدوات منتهية الصلاحية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عدم تعويض الأدوات بعد الاستخدام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أدوية دون تعليمات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متناول الأطفال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خلطها مع أغراض أخرى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  <a:effectLst>
            <a:outerShdw blurRad="101600" dist="25400" dir="5400000" algn="bl" rotWithShape="0">
              <a:srgbClr val="991B1B">
                <a:alpha val="5000"/>
              </a:srgbClr>
            </a:outerShdw>
          </a:effectLst>
        </p:spPr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DC2626"/>
          </a:solidFill>
          <a:ln/>
        </p:spPr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إهمال الاتصال بـ 999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توعوية: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الحقيبة الجاهزة هي التي تكون منظمة، مفحوصة، ومعروفة المكان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E.2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في حقيبة الإسعافات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جهّز حقيبة في المنزل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ضعها في مكان واضح للكبار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احفظها بعيدًا عن الأطفال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افحص المحتويات والصلاحية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عوّض الأدوات بعد الاستخدام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ضع رقم 999 داخل الحقيبة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الحالات الخطيرة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أدوات منتهية الصلاحية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أدوية دون معرفة استخدامها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تتركها في مكان رطب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تسمح للأطفال بالعبث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تضع مواد غير مخصصة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تؤخر الاتصال بـ 999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تعتبرها بديلًا عن المختصين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E.2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إصابة بسيطة لكن الحقيبة غير منظمة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نظّم الحقيبة مسبقًا وضع الأدوات في أقسام واضحة وسهلة الوصول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اكتشفت أن بعض المحتويات منتهية الصلاحية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استبدل الأدوات أو المواد المنتهية فورًا، وحدّث قائمة المحتويات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طفل يحاول فتح الحقيبة واللعب بالأدوات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أبعد الحقيبة عن متناول الأطفال، ووضّح أنها للطوارئ فقط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إصابة خطيرة في المنزل والحقيبة متوفرة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فورًا، أمّن المكان، واستخدم الحقيبة ضمن حدود معرفتك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E.2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57200" y="2606040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09960" y="2779776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2852928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79192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وجود حقيبة إسعافات أولية في المنزل؟</a:t>
            </a:r>
            <a:endParaRPr lang="ar-AE" sz="1400" dirty="0"/>
          </a:p>
        </p:txBody>
      </p:sp>
      <p:sp>
        <p:nvSpPr>
          <p:cNvPr id="14" name="Text 9"/>
          <p:cNvSpPr/>
          <p:nvPr/>
        </p:nvSpPr>
        <p:spPr>
          <a:xfrm>
            <a:off x="640080" y="2990088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للتعامل الأولي الآمن مع الإصابات البسيطة حتى وصول المختصين</a:t>
            </a:r>
            <a:endParaRPr lang="ar-AE" sz="1200" dirty="0"/>
          </a:p>
        </p:txBody>
      </p:sp>
      <p:sp>
        <p:nvSpPr>
          <p:cNvPr id="15" name="Shape 10"/>
          <p:cNvSpPr/>
          <p:nvPr/>
        </p:nvSpPr>
        <p:spPr>
          <a:xfrm>
            <a:off x="457200" y="3374136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11109960" y="3547872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3621024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447288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أين يجب حفظ حقيبة الإسعافات الأولية؟</a:t>
            </a:r>
            <a:endParaRPr lang="ar-AE" sz="1400" dirty="0"/>
          </a:p>
        </p:txBody>
      </p:sp>
      <p:sp>
        <p:nvSpPr>
          <p:cNvPr id="19" name="Text 13"/>
          <p:cNvSpPr/>
          <p:nvPr/>
        </p:nvSpPr>
        <p:spPr>
          <a:xfrm>
            <a:off x="640080" y="3758184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في مكان واضح وسهل الوصول للكبار، وبعيد عن الأطفال والحرارة</a:t>
            </a:r>
            <a:endParaRPr lang="ar-AE" sz="1200" dirty="0"/>
          </a:p>
        </p:txBody>
      </p:sp>
      <p:sp>
        <p:nvSpPr>
          <p:cNvPr id="20" name="Shape 14"/>
          <p:cNvSpPr/>
          <p:nvPr/>
        </p:nvSpPr>
        <p:spPr>
          <a:xfrm>
            <a:off x="457200" y="4142232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11109960" y="4315968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4215384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يجب فحص حقيبة الإسعافات؟</a:t>
            </a:r>
            <a:endParaRPr lang="ar-AE" sz="1400" dirty="0"/>
          </a:p>
        </p:txBody>
      </p:sp>
      <p:sp>
        <p:nvSpPr>
          <p:cNvPr id="24" name="Text 17"/>
          <p:cNvSpPr/>
          <p:nvPr/>
        </p:nvSpPr>
        <p:spPr>
          <a:xfrm>
            <a:off x="640080" y="4526280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بشكل دوري، وبعد كل استخدام، وقبل الرحلات أو المناسبات</a:t>
            </a:r>
            <a:endParaRPr lang="ar-AE" sz="1200" dirty="0"/>
          </a:p>
        </p:txBody>
      </p:sp>
      <p:sp>
        <p:nvSpPr>
          <p:cNvPr id="25" name="Shape 18"/>
          <p:cNvSpPr/>
          <p:nvPr/>
        </p:nvSpPr>
        <p:spPr>
          <a:xfrm>
            <a:off x="457200" y="4910328"/>
            <a:ext cx="11247120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1109960" y="5084064"/>
            <a:ext cx="411480" cy="41148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83112" y="5157216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983480"/>
            <a:ext cx="10378440" cy="329184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4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تغني الحقيبة عن الاتصال بالطوارئ في الحالات الخطيرة؟</a:t>
            </a:r>
            <a:endParaRPr lang="ar-AE" sz="1400" dirty="0"/>
          </a:p>
        </p:txBody>
      </p:sp>
      <p:sp>
        <p:nvSpPr>
          <p:cNvPr id="29" name="Text 21"/>
          <p:cNvSpPr/>
          <p:nvPr/>
        </p:nvSpPr>
        <p:spPr>
          <a:xfrm>
            <a:off x="640080" y="5294376"/>
            <a:ext cx="10378440" cy="29260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2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الاتصال فورًا برقم 999 عند وجود حالة خطيرة</a:t>
            </a:r>
            <a:endParaRPr lang="ar-AE" sz="1200" dirty="0"/>
          </a:p>
        </p:txBody>
      </p:sp>
      <p:sp>
        <p:nvSpPr>
          <p:cNvPr id="30" name="Shape 2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31" name="Image 6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3" name="Text 2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4" name="Shape 2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5" name="Text 2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36" name="Shape 2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7" name="Text 2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38" name="Shape 2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39" name="Text 3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E.2</a:t>
            </a:r>
            <a:endParaRPr lang="en-US" sz="1000" dirty="0"/>
          </a:p>
        </p:txBody>
      </p:sp>
      <p:sp>
        <p:nvSpPr>
          <p:cNvPr id="40" name="Shape 3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41" name="Text 3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6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الحقيبة جزء من الاستعداد، والاستعداد المسبق يصنع فرقًا</a:t>
            </a:r>
            <a:endParaRPr lang="en-US" sz="16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جهّز قبل الحاجة • مكان واضح • فحص دوري • علّم الأسرة • اتصل بـ 999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"الاستعداد المسبق في المنزل قد يصنع فرقًا في لحظة طارئة"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E.2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1603</Words>
  <Application>Microsoft Office PowerPoint</Application>
  <PresentationFormat>شاشة عريضة</PresentationFormat>
  <Paragraphs>369</Paragraphs>
  <Slides>21</Slides>
  <Notes>21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21</vt:i4>
      </vt:variant>
    </vt:vector>
  </HeadingPairs>
  <TitlesOfParts>
    <vt:vector size="25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حقيبة الإسعافات الأولية في المنزل</dc:title>
  <dc:subject>PptxGenJS Presentation</dc:subject>
  <dc:creator>هيئة أبوظبي للدفاع المدني</dc:creator>
  <cp:lastModifiedBy>Lenovo</cp:lastModifiedBy>
  <cp:revision>1</cp:revision>
  <dcterms:created xsi:type="dcterms:W3CDTF">2026-05-07T14:29:30Z</dcterms:created>
  <dcterms:modified xsi:type="dcterms:W3CDTF">2026-05-07T14:32:26Z</dcterms:modified>
</cp:coreProperties>
</file>