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32296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3.png"/><Relationship Id="rId5" Type="http://schemas.openxmlformats.org/officeDocument/2006/relationships/image" Target="../media/image18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4.png"/><Relationship Id="rId5" Type="http://schemas.openxmlformats.org/officeDocument/2006/relationships/image" Target="../media/image18.png"/><Relationship Id="rId10" Type="http://schemas.openxmlformats.org/officeDocument/2006/relationships/image" Target="../media/image21.png"/><Relationship Id="rId4" Type="http://schemas.openxmlformats.org/officeDocument/2006/relationships/image" Target="../media/image2.png"/><Relationship Id="rId9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28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4.png"/><Relationship Id="rId5" Type="http://schemas.openxmlformats.org/officeDocument/2006/relationships/image" Target="../media/image18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5.png"/><Relationship Id="rId5" Type="http://schemas.openxmlformats.org/officeDocument/2006/relationships/image" Target="../media/image11.png"/><Relationship Id="rId10" Type="http://schemas.openxmlformats.org/officeDocument/2006/relationships/image" Target="../media/image18.png"/><Relationship Id="rId4" Type="http://schemas.openxmlformats.org/officeDocument/2006/relationships/image" Target="../media/image2.png"/><Relationship Id="rId9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3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34.png"/><Relationship Id="rId5" Type="http://schemas.openxmlformats.org/officeDocument/2006/relationships/image" Target="../media/image30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4.png"/><Relationship Id="rId5" Type="http://schemas.openxmlformats.org/officeDocument/2006/relationships/image" Target="../media/image15.png"/><Relationship Id="rId10" Type="http://schemas.openxmlformats.org/officeDocument/2006/relationships/image" Target="../media/image37.png"/><Relationship Id="rId4" Type="http://schemas.openxmlformats.org/officeDocument/2006/relationships/image" Target="../media/image2.png"/><Relationship Id="rId9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4.png"/><Relationship Id="rId5" Type="http://schemas.openxmlformats.org/officeDocument/2006/relationships/image" Target="../media/image33.png"/><Relationship Id="rId10" Type="http://schemas.openxmlformats.org/officeDocument/2006/relationships/image" Target="../media/image40.png"/><Relationship Id="rId4" Type="http://schemas.openxmlformats.org/officeDocument/2006/relationships/image" Target="../media/image2.png"/><Relationship Id="rId9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.png"/><Relationship Id="rId5" Type="http://schemas.openxmlformats.org/officeDocument/2006/relationships/image" Target="../media/image14.png"/><Relationship Id="rId10" Type="http://schemas.openxmlformats.org/officeDocument/2006/relationships/image" Target="../media/image12.png"/><Relationship Id="rId4" Type="http://schemas.openxmlformats.org/officeDocument/2006/relationships/image" Target="../media/image2.png"/><Relationship Id="rId9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42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37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17.png"/><Relationship Id="rId5" Type="http://schemas.openxmlformats.org/officeDocument/2006/relationships/image" Target="../media/image22.png"/><Relationship Id="rId10" Type="http://schemas.openxmlformats.org/officeDocument/2006/relationships/image" Target="../media/image43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44.png"/><Relationship Id="rId5" Type="http://schemas.openxmlformats.org/officeDocument/2006/relationships/image" Target="../media/image12.png"/><Relationship Id="rId10" Type="http://schemas.openxmlformats.org/officeDocument/2006/relationships/image" Target="../media/image37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5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إدارة مخاطر حرائق المركبات</a:t>
            </a:r>
            <a:endParaRPr lang="en-US" sz="32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فحص دوري، صيانة معتمدة، وتصرف صحيح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"الحريق في المركبة لا يحدث غالبًا دون مؤشرات — تجاهل العلامات هو ما يزيد الخطر"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G.2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بإدارة مخاطر حرائق المركبات؟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وقود وزيوت وكهرباء وحرارة عالية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الركاب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ومستخدمي الطريق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الاحتمال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 الانتشار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اكتشاف الأعطال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قبل الخطر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التوقف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أماكن خطرة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ثقافة الفحص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والصيانة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الخسائر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الأرواح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تجاهل العلامات المبكرة هو ما يزيد الخطر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G.2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المقصود بإدارة مخاطر حرائق المركبات؟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تعرّف على الخطر، تقليل، واستعداد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فحص قبل الاستخدام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صيانة دورية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انتباه للروائح والتسربات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تعديلات غير معتمدة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طفاية مناسبة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خطوات التصرف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إدارة الخطر تبدأ قبل القيادة، وليست فقط عند المشكلة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أسباب حرائق المركبات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ميكانيكية أو كهربائية أو سلوكية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أعطال كهربائية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تسرب وقود أو زيوت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ارتفاع حرارة المحرك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إهمال الصيانة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تعديلات غير معتمدة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حوادث مرورية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تخزين مواد قابلة للاشتعال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معظم الأسباب يمكن تقليلها بالصيانة والفحص والانتباه المبكر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الأعطال الكهربائية في المركبة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يجب الانتباه لها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احتراق متكرر للفيوزات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بعض الأنظمة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رائحة احتراق أسلاك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أسلاك مكشوفة أو تالفة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سخونة في التوصيلات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إضافات غير آمنة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استخدام الإضافة المشتبه بها وافحص المركبة لدى مختص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التسربات وخطر الاشتعال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تحتاج معالجة فورية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78892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83464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7889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بقع سوائل أسفل المركبة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236976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2369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رائحة وقود واضحة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68503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68503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انخفاض غير طبيعي للسوائل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413308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41788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413308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دخان أو بخار من المحرك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581144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6268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58114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رائحة احتراق بعد التوقف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502920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507492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502920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آثار زيت في حجرة المحرك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المركبة عند الاشتباه بتسرب وقود مع رائحة احتراق</a:t>
            </a:r>
            <a:endParaRPr lang="ar-AE" sz="1200" dirty="0"/>
          </a:p>
        </p:txBody>
      </p:sp>
      <p:sp>
        <p:nvSpPr>
          <p:cNvPr id="40" name="Shape 3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G.2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ارتفاع حرارة المحرك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لا يجب تجاهلها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ارتفاع مؤشر الحرارة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بخار أو دخان من المحرك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رائحة احتراق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أداء المركبة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تحذيرات في لوحة العدادات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بأمان، أوقف المحرك، ابتعد إن ظهر دخان، واطلب المساعدة</a:t>
            </a:r>
            <a:endParaRPr lang="ar-AE" sz="1200" dirty="0"/>
          </a:p>
        </p:txBody>
      </p:sp>
      <p:sp>
        <p:nvSpPr>
          <p:cNvPr id="32" name="Shape 2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G.2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التعديلات غير المعتمدة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تؤثر على السلامة وتزيد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إضاءات غير آمنة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تعديل التمديدات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عالية الاستهلاك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أجزاء ميكانيكية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وصلات أو قطع غير مناسبة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العبث بالبطارية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تعديل يجب أن يكون عبر جهة مختصة ووفق المتطلبات الفنية المعتمدة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الفحص الوقائي قبل القيادة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اكتشاف علامات الخطر مبكرًا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تسربات أسفل المركبة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رائحة وقود أو احتراق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مؤشرات الحرارة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دخان أو بخار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الإطارات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أسلاك مكشوفة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طفاية مناسبة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الفحص القصير قبل القيادة قد يمنع موقفًا خطيرًا على الطريق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الصيانة الدورية وإدارة الخطر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تقلل الأعطال المفاجئة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المحرك ونظام التبريد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البطارية والكهرباء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نظام الوقود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الزيوت والسوائل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الفرامل والإطارات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تحذير في العدادات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قطع معتمدة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تأجيل الصيانة قد يحول عطلًا بسيطًا إلى خطر أكبر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طفاية الحريق داخل المركبة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للحرائق الصغيرة في بدايتها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مكان واضح وسهل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صلاحية دورية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الاستخدام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للحرائق الكبيرة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من الدخان الكثيف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إخلاء أولًا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الطفاية أداة مساعدة، لكنها لا تسبق سلامة الأرواح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المواد القابلة للاشتعال داخل المركبة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خاصة في الأجواء الحارة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عبوات وقود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بخاخات مضغوطة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مواد تنظيف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قداحات في الحرارة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بطاريات متضررة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مواد كيميائية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إرشاد وقائي: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المركبة كمكان لتخزين المواد الخطرة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التوقف والاصطفاف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مكان آمن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تتوقف فوق أعشاب جافة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تشغّلها في مكان مغلق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للروائح بعد التوقف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المحرك قبل المغادرة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مواد قابلة للاشتعال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عند الدخان أو التسرب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مكان توقف آمن جزء من إدارة مخاطر المركبة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ظهور دخان أثناء القيادة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بسرعة وهدوء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خفف السرعة تدريجيًا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الإشارات التحذيرية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في مكان آمن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المحرك فورًا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أخرج جميع الركاب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المركبة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ترجع إلى المركبة لأخذ الأغراض بعد الإخلاء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G.2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حريق المركبة؟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الأشخاص والابتعاد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في مكان آمن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المحرك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أخلِ الركاب فورًا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حركة المرور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تفتح غطاء المحرك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تطفئ حريقًا كبيرًا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المركبة يمكن تعويضها، أما الأرواح فلا يمكن تعويضها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G.2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إدارة المخاطر بعد حادث مروري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تأثر الوقود والكهرباء يزيد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المركبة بأمان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إشارات تحذيرية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أخلِ الركاب لمكان آمن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عند رائحة وقود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الأسلاك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تجمهر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حتى لو لم يظهر الحريق مباشرة، قد توجد مخاطر تحتاج تقييمًا مختصًا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مسؤولية السائق والركاب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إدارة المخاطر تبدأ من السائق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الصيانة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تجاهل التحذيرات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التوقف عند الدخان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تحميل بمواد خطرة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مكان الطفاية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توعية الركاب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عن أي رائحة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إدارة المخاطر مسؤولية مشتركة، لكنها تبدأ من السائق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حرائق المركبات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المركبة قبل القيادة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تابع الصيانة الدورية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عالج التسربات والأعطال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احتفظ بطفاية مناسبة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عند الدخان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أخلِ الركاب وابتعد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مؤشرات الحرارة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تعديلات غير معتمدة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تخزن الوقود داخل المركبة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توقف فوق قابل للاشتعال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تفتح غطاء المحرك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 إليها بعد الإخلاء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تعرض نفسك للخطر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G.2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أثناء القيادة لاحظت رائحة احتراق ودخان من المحرك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بأمان، أوقف المحرك، أخلِ الركاب، ابتعد، واتصل بـ 999 عند الخطر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وجدت بقعة وقود أو زيت أسفل المركبة قبل التحرك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المركبة قبل فحصها لدى جهة مختصة، خصوصًا مع رائحة وقود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حادث بسيط، ظهرت رائحة وقود قرب المركبة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الركاب، لا تشغّلها، امنع الاقتراب، واتصل بـ 999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حريق صغير بدأ والدخان أصبح كثيفًا بسرعة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أو تحاول الإطفاء، ابتعد لمكان آمن، واتصل بـ 999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G.2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أهم إجراء للوقاية من حرائق المركبات؟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الفحص الوقائي والصيانة الدورية والانتباه للتسربات والروائح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ظهور دخان أثناء القيادة؟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بأمان، أوقف المحرك، أخلِ الركاب، ابتعد، واتصل بـ 999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فتح غطاء المحرك مع دخان كثيف؟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قد يزيد الخطر — ابتعد واطلب المساعدة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لا نعود إلى المركبة بعد الإخلاء؟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 الحريق قد يتطور بسرعة، وسلامة الأشخاص أهم من الممتلكات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G.2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تبدأ بالوعي والالتزام اليومي بإجراءات السلامة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قبل القيادة • صيانة دورية • توقف عند الدخان • اتصل بـ 999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"مركبة آمنة تبدأ بسائق واعٍ لا يتجاهل علامات الخطر"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G.2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1483</Words>
  <Application>Microsoft Office PowerPoint</Application>
  <PresentationFormat>شاشة عريضة</PresentationFormat>
  <Paragraphs>366</Paragraphs>
  <Slides>21</Slides>
  <Notes>21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21</vt:i4>
      </vt:variant>
    </vt:vector>
  </HeadingPairs>
  <TitlesOfParts>
    <vt:vector size="25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إدارة مخاطر حرائق المركبات</dc:title>
  <dc:subject>PptxGenJS Presentation</dc:subject>
  <dc:creator>هيئة أبوظبي للدفاع المدني</dc:creator>
  <cp:lastModifiedBy>Lenovo</cp:lastModifiedBy>
  <cp:revision>1</cp:revision>
  <dcterms:created xsi:type="dcterms:W3CDTF">2026-05-08T00:13:21Z</dcterms:created>
  <dcterms:modified xsi:type="dcterms:W3CDTF">2026-05-08T00:28:17Z</dcterms:modified>
</cp:coreProperties>
</file>