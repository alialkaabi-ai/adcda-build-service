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758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4.png"/><Relationship Id="rId5" Type="http://schemas.openxmlformats.org/officeDocument/2006/relationships/image" Target="../media/image20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4.png"/><Relationship Id="rId5" Type="http://schemas.openxmlformats.org/officeDocument/2006/relationships/image" Target="../media/image20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1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21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40.png"/><Relationship Id="rId5" Type="http://schemas.openxmlformats.org/officeDocument/2006/relationships/image" Target="../media/image37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0.png"/><Relationship Id="rId10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النزيف والبتر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هدوء، حماية، وضغط مباشر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"النزيف من الحالات التي تحتاج إلى هدوء وسرعة في التصرف، مع حماية المسعف والمصاب وطلب المساعدة فورًا"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بالتعامل مع النزيف؟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النزيف قد يكون بسيطًا أو يهدد الحياة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فقدان الدم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قدر الإمكان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وصول المختصين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التصرفات الخاطئة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التي تزيد الخطر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الارتباك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موقع الحادث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الإسعافات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الأولية الآمنة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إنقاذ الأرواح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الدقائق الأولى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النزيف الشديد أو الإصابة الخطيرة، اتصل فورًا بـ 999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بالنزيف؟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أنواع عامة تختلف في التعامل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2002536" y="2788920"/>
            <a:ext cx="502920" cy="5029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12" name="Text 8"/>
          <p:cNvSpPr/>
          <p:nvPr/>
        </p:nvSpPr>
        <p:spPr>
          <a:xfrm>
            <a:off x="2002536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1705356" y="3474720"/>
            <a:ext cx="1097280" cy="109728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6816" y="372618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62356" y="4617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بسيط</a:t>
            </a:r>
            <a:endParaRPr lang="en-US" sz="2200" dirty="0"/>
          </a:p>
        </p:txBody>
      </p:sp>
      <p:sp>
        <p:nvSpPr>
          <p:cNvPr id="16" name="Text 11"/>
          <p:cNvSpPr/>
          <p:nvPr/>
        </p:nvSpPr>
        <p:spPr>
          <a:xfrm>
            <a:off x="653796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يمكن التعامل معه أوليًا بأدوات نظيفة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219956" y="260604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843016" y="278892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4"/>
          <p:cNvSpPr/>
          <p:nvPr/>
        </p:nvSpPr>
        <p:spPr>
          <a:xfrm>
            <a:off x="5843016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Shape 15"/>
          <p:cNvSpPr/>
          <p:nvPr/>
        </p:nvSpPr>
        <p:spPr>
          <a:xfrm>
            <a:off x="5545836" y="3474720"/>
            <a:ext cx="1097280" cy="109728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7296" y="3726180"/>
            <a:ext cx="594360" cy="5943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402836" y="4617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متوسط</a:t>
            </a:r>
            <a:endParaRPr lang="en-US" sz="2200" dirty="0"/>
          </a:p>
        </p:txBody>
      </p:sp>
      <p:sp>
        <p:nvSpPr>
          <p:cNvPr id="23" name="Text 17"/>
          <p:cNvSpPr/>
          <p:nvPr/>
        </p:nvSpPr>
        <p:spPr>
          <a:xfrm>
            <a:off x="4494276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يحتاج إلى متابعة وطلب مساعدة عند الحاجة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8060436" y="260604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9683496" y="27889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0"/>
          <p:cNvSpPr/>
          <p:nvPr/>
        </p:nvSpPr>
        <p:spPr>
          <a:xfrm>
            <a:off x="9683496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9386316" y="3474720"/>
            <a:ext cx="1097280" cy="109728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76" y="3726180"/>
            <a:ext cx="594360" cy="5943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243316" y="4617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شديد</a:t>
            </a:r>
            <a:endParaRPr lang="en-US" sz="2200" dirty="0"/>
          </a:p>
        </p:txBody>
      </p:sp>
      <p:sp>
        <p:nvSpPr>
          <p:cNvPr id="30" name="Text 23"/>
          <p:cNvSpPr/>
          <p:nvPr/>
        </p:nvSpPr>
        <p:spPr>
          <a:xfrm>
            <a:off x="8334756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— اتصل فورًا بـ 999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هذا العرض توعوي ولا يغني عن التدريب العملي على الإسعافات الأولية</a:t>
            </a:r>
            <a:endParaRPr lang="ar-AE" sz="1200" dirty="0"/>
          </a:p>
        </p:txBody>
      </p:sp>
      <p:sp>
        <p:nvSpPr>
          <p:cNvPr id="33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4" name="Image 5" descr="/home/claude/assets/social_icon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1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المساعدة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المخاطر قبل الاقتراب من المصاب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مركبات قريبة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أو دخان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حادة أو زجاج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كهربائية مكشوفة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كيميائية أو سوائل خطرة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أو تدافع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المكان غير آمن، لا تقترب، وابتعد لمكان آمن، واتصل فورًا بـ 999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المسعف أولًا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جزء أساسي من الإسعاف الصحيح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طبية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ملامسة الدم مباشرة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حاجز نظيف عند الضغط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اليدين بعد المساعدة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مساعدة شخص آخر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لا تعني أن تعرض نفسك للإصابة أو الخطر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تقييم حالة المصاب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 نفسك أسئلة سريعة وهادئة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المصاب واعٍ ويتحدث؟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يتنفس بشكل طبيعي؟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النزيف بسيط أم شديد؟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يوجد ألم أو دوخة؟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الإصابة في مكان خطر؟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يحتاج تدخلًا فوريًا؟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النزيف شديدًا أو المصاب غير مستقر، اتصل فورًا بـ 999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النزيف البسيط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نظيفة وهدوء في التصرف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يديك أو ضع قفازات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بضمادة نظيفة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غطِّ الجرح بضماد مناسب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نظافة الإصابة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مواد غير مخصصة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الحالة واطلب المساعدة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الجرح البسيط يحتاج إلى نظافة ومتابعة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النزيف الشديد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تحتاج تصرفًا سريعًا وآمنًا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أو حاجزًا واقيًا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مباشرة على موضع النزيف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في الضغط دون رفع متكرر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 المصاب وابقَ معه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بالطوارئ عند وجود نزيف شديد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الضغط المباشر على موضع النزيف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أهم خطوة عامة للحد من النزيف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شاشًا نظيفًا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بثبات على الموضع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ترفع الضماد كل فترة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أضف طبقة فوق الأولى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من المصاب الجلوس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في طمأنته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والاستمرار في الضغط يساعدان على تقليل الخطر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يكون النزيف حالة طارئة؟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تستوجب الاتصال الفوري بـ 999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نزيف شديد أو مستمر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شديدة أو ضعف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حادث مروري أو سقوط قوي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جسم عالق في الجرح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في الرأس أو الرقبة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في الصدر أو البطن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بتر أو إصابة كبيرة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 في خطورة الحالة، اتصل بالطوارئ ولا تنتظر تدهور الوضع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جسم عالق في الجرح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— لا تحاول إزالته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إزالة الجسم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المنطقة حوله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حوله بدون تحريك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 المصاب وانتظر المختصين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إزالة الجسم العالق بطريقة خاطئة قد تزيد النزيف أو تفاقم الإصابة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العام مع حالات البتر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خطيرة تحتاج تدخلًا مختصًا عاجلًا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الأولوية: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8328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2900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المختصين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9496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4068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وطمأنة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40664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5236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ضغط نظيف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41832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6404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بضماد نظيف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إجراء أي تدخل غير مدرب عليه — الأولوية تقليل الخطر وطلب المساعدة</a:t>
            </a:r>
            <a:endParaRPr lang="ar-AE" sz="1200" dirty="0"/>
          </a:p>
        </p:txBody>
      </p:sp>
      <p:sp>
        <p:nvSpPr>
          <p:cNvPr id="42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الجزء المنفصل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وسلّمه للمختصين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 دون قفازات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تغسله أو تفركه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ضعه في غلاف نظيف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تضعه على الثلج مباشرة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سلّمه لفرق الاستجابة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ركّز على المصاب أولًا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دائمًا للمصاب وطلب المساعدة، وليس الانشغال بالتفاصيل على حساب حياته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الانتباه بعد النزيف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تدل على خطورة الحالة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شحوب واضح في الوجه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تعرّق شديد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ضعف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في التنفس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أو ضعف استجابة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برودة في الأطراف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استمرار النزيف رغم الضغط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مع المصاب، حافظ على هدوئه، واتصل بـ 999 إن لم يتم الاتصال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النزيف؟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شائعة قد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الدم دون حماية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تزيل جسمًا عالقًا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مواد غير مخصصة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ترفع الضماد كل فترة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دون ضرورة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تطعمه أو تسقيه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الخاطئة قد تكون أخطر من عدم التدخل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حقيبة الإسعافات الأولية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تساعد في التعامل الأولي مع النزيف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قفازات طبية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شاش معقم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نظيفة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شريط طبي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رباط ضاغط مناسب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مناديل مطهرة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كيس للتخلص من المواد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لا تستبدل طلب المساعدة عند النزيف الشديد أو الإصابات الخطيرة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النزيف والبتر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أو حاجزًا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بضماد نظيف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 المصاب وابقَ معه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سلّم المعلومات للمختصين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الدم مباشرة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تزيل جسمًا عالقًا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مواد غير مخصصة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دون ضرورة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أو تصور المصاب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جرح بسيط في المنزل ونزيف خفيف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إن توفرت، اضغط بضماد نظيف، غطِّ الجرح، وراقب الحالة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نزيف شديد بعد إصابة في مكان عام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أمّن المكان، اتصل بـ 999، اضغط بضماد نظيف، واتبع تعليمات الطوارئ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يوجد جسم عالق في موضع الإصابة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تزله، اتصل بـ 999، وثبّت المنطقة حوله حتى وصول المختصين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تجمع أشخاص وبدأوا بالتصوير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المتجمهرين، امنع التصوير، ووفّر مساحة للمصاب وفرق الاستجابة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خطوة قبل مساعدة شخص ينزف؟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المكان واستخدام وسيلة حماية مثل القفازات إن توفرت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الصحيح عند النزيف الشديد؟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الاتصال بـ 999 والضغط بضماد نظيف على موضع النزيف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إزالة جسم عالق في الجرح؟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لا يتم إزالة الجسم العالق ويجب انتظار المختصين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يُؤخّر الاتصال بالطوارئ في النزيف الشديد؟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النزيف الشديد قد يهدد الحياة ويحتاج تدخلًا سريعًا من المختصين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مع النزيف يعتمد على الهدوء، الحماية، والضغط المناسب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المكان أولًا • حماية المسعف • ضغط مباشر • اتصل بـ 999 • لا تجتهد عشوائيًا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"التصرف الصحيح في الدقائق الأولى قد يحمي حياة إنسان"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E.5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1562</Words>
  <Application>Microsoft Office PowerPoint</Application>
  <PresentationFormat>شاشة عريضة</PresentationFormat>
  <Paragraphs>371</Paragraphs>
  <Slides>20</Slides>
  <Notes>20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20</vt:i4>
      </vt:variant>
    </vt:vector>
  </HeadingPairs>
  <TitlesOfParts>
    <vt:vector size="24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النزيف والبتر</dc:title>
  <dc:subject>PptxGenJS Presentation</dc:subject>
  <dc:creator>هيئة أبوظبي للدفاع المدني</dc:creator>
  <cp:lastModifiedBy>Lenovo</cp:lastModifiedBy>
  <cp:revision>1</cp:revision>
  <dcterms:created xsi:type="dcterms:W3CDTF">2026-05-07T19:04:26Z</dcterms:created>
  <dcterms:modified xsi:type="dcterms:W3CDTF">2026-05-08T00:22:25Z</dcterms:modified>
</cp:coreProperties>
</file>