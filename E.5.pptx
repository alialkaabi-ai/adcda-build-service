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75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0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النزيف والبتر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حماية، وضغط مباشر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"النزيف من الحالات التي تحتاج إلى هدوء وسرعة في التصرف، مع حماية المسعف والمصاب وطلب المساعدة فورًا"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بالتعامل مع النزيف؟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النزيف قد يكون بسيطًا أو يهدد الحياة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فقدان الدم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قدر الإمكان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وصول المختصين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التصرفات الخاطئة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التي تزيد الخطر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موقع الحادث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الإسعافات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الأولية الآمنة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إنقاذ الأرواح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الدقائق الأولى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النزيف الشديد أو الإصابة الخطيرة، اتصل فورًا بـ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بالنزيف؟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أنواع عامة تختلف في التعامل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002536" y="2788920"/>
            <a:ext cx="502920" cy="5029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12" name="Text 8"/>
          <p:cNvSpPr/>
          <p:nvPr/>
        </p:nvSpPr>
        <p:spPr>
          <a:xfrm>
            <a:off x="200253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170535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372618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بسيط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5379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يمكن التعامل معه أوليًا بأدوات نظيفة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1995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43016" y="2788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4"/>
          <p:cNvSpPr/>
          <p:nvPr/>
        </p:nvSpPr>
        <p:spPr>
          <a:xfrm>
            <a:off x="584301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54583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372618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0283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متوسط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449427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 إلى متابعة وطلب مساعدة عند الحاجة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6043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83496" y="2788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0"/>
          <p:cNvSpPr/>
          <p:nvPr/>
        </p:nvSpPr>
        <p:spPr>
          <a:xfrm>
            <a:off x="968349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938631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372618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4331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شديد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833475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— اتصل فورًا بـ 999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العرض توعوي ولا يغني عن التدريب العملي على الإسعافات الأولية</a:t>
            </a:r>
            <a:endParaRPr lang="ar-AE" sz="1200" dirty="0"/>
          </a:p>
        </p:txBody>
      </p:sp>
      <p:sp>
        <p:nvSpPr>
          <p:cNvPr id="33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4" name="Image 5" descr="/home/claude/assets/social_ic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 من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قريبة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حادة أو زجاج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كيميائية أو سوائل خطرة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تدافع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المكان غير آمن، لا تقترب، وابتعد لمكان آمن، واتصل فورًا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المسعف أولًا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جزء أساسي من الإسعاف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طبية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ملامسة الدم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حاجز نظيف عند الضغط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اليدين بعد المساعدة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مساعدة شخص آخر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لا تعني أن تعرض نفسك للإصابة أو الخطر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حالة المصاب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 نفسك أسئلة سريعة وهادئة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المصاب واعٍ ويتحدث؟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يتنفس بشكل طبيعي؟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النزيف بسيط أم شديد؟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يوجد ألم أو دوخة؟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الإصابة في مكان خطر؟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يحتاج تدخلًا فوريًا؟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النزيف شديدًا أو المصاب غير مستقر، اتصل فورًا بـ 999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النزيف البسيط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نظيفة وهدوء في التصرف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يديك أو ضع قفازات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بضمادة نظيفة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الجرح بضماد مناسب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الإصابة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مخصصة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الحالة واطلب المساعدة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الجرح البسيط يحتاج إلى نظافة ومتابعة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النزيف الشديد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تصرفًا سريعًا وآمنًا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 واقيًا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مباشرة على موضع النزيف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في الضغط دون رفع متكرر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وابقَ معه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بالطوارئ عند وجود نزيف شديد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الضغط المباشر على موضع النزيف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 خطوة عامة للحد من النزيف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شاشًا نظيفًا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بثبات على الموضع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الضماد كل فترة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أضف طبقة فوق الأولى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 المصاب الجلوس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في طمأنته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والاستمرار في الضغط يساعدان على تقليل الخطر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يكون النزيف حالة طارئة؟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تستوجب الاتصال الفوري بـ 999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شديد أو مستمر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شديدة أو ضعف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مروري أو سقوط قوي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جسم عالق في الجرح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في الرأس أو الرقبة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في الصدر أو البطن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بتر أو إصابة كبيرة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خطورة الحالة، اتصل بالطوارئ ولا تنتظر تدهور الوضع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جسم عالق في الجرح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— لا تحاول إزالته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إزالة الجسم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المنطقة حوله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حوله بدون تحريك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وانتظر المختصين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إزالة الجسم العالق بطريقة خاطئة قد تزيد النزيف أو تفاقم الإصابة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العام مع حالات البتر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خطيرة تحتاج تدخلًا مختصًا عاجلًا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المختصين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وطمأنة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نظيف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 نظيف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إجراء أي تدخل غير مدرب عليه — الأولوية تقليل الخطر وطلب المساعدة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الجزء المنفصل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وسلّمه للمختصين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 دون قفازات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تغسله أو تفركه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 في غلاف نظيف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 على الثلج مباشرة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سلّمه لفرق الاستجابة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ركّز على المصاب أولًا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 للمصاب وطلب المساعدة، وليس الانشغال بالتفاصيل على حساب حياته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الانتباه بعد النزيف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تدل على خطورة الحالة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شحوب واضح في الوجه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تعرّق شديد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ضعف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في التنفس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ضعف استجابة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برودة في الأطراف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استمرار النزيف رغم الضغط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 المصاب، حافظ على هدوئه، واتصل بـ 999 إن لم يتم الاتصال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النزيف؟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شائعة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الدم دون حماية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تزيل جسمًا عالقًا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مخصصة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الضماد كل فترة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دون ضرورة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تطعمه أو تسقيه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الخاطئة قد تكون أخطر من عدم التدخل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حقيبة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تساعد في التعامل الأولي مع النزيف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نظيفة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شريط طبي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رباط ضاغط مناسب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مناديل مطهرة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كيس للتخلص من المواد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لا تستبدل طلب المساعدة عند النزيف الشديد أو الإصابات الخطيرة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النزيف والبتر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 نظيف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وابقَ معه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سلّم المعلومات للمختصين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الدم مباشرة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تزيل جسمًا عالقًا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مواد غير مخصصة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دون ضرورة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أو تصور المصاب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جرح بسيط في المنزل ونزيف خفيف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إن توفرت، اضغط بضماد نظيف، غطِّ الجرح، وراقب الحالة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شديد بعد إصابة في مكان عام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المكان، اتصل بـ 999، اضغط بضماد نظيف، واتبع تعليمات الطوارئ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يوجد جسم عالق في موضع الإصابة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تزله، اتصل بـ 999، وثبّت المنطقة حوله حتى وصول المختصين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تجمع أشخاص وبدأوا بالتصوير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امنع التصوير، ووفّر مساحة للمصاب وفرق الاستجابة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قبل مساعدة شخص ينزف؟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المكان واستخدام وسيلة حماية مثل القفازات إن توفرت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النزيف الشديد؟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بـ 999 والضغط بضماد نظيف على موضع النزيف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إزالة جسم عالق في الجرح؟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يتم إزالة الجسم العالق ويجب انتظار المختصين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يُؤخّر الاتصال بالطوارئ في النزيف الشديد؟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النزيف الشديد قد يهدد الحياة ويحتاج تدخلًا سريعًا من المختصين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مع النزيف يعتمد على الهدوء، الحماية، والضغط المناسب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المكان أولًا • حماية المسعف • ضغط مباشر • اتصل بـ 999 • لا تجتهد عشوائيًا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في الدقائق الأولى قد يحمي حياة إنسان"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Microsoft Office PowerPoint</Application>
  <PresentationFormat>شاشة عريضة</PresentationFormat>
  <Paragraphs>371</Paragraphs>
  <Slides>20</Slides>
  <Notes>20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20</vt:i4>
      </vt:variant>
    </vt:vector>
  </HeadingPairs>
  <TitlesOfParts>
    <vt:vector size="24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النزيف والبتر</dc:title>
  <dc:subject>PptxGenJS Presentation</dc:subject>
  <dc:creator>هيئة أبوظبي للدفاع المدني</dc:creator>
  <cp:lastModifiedBy>Lenovo</cp:lastModifiedBy>
  <cp:revision>1</cp:revision>
  <dcterms:created xsi:type="dcterms:W3CDTF">2026-05-07T19:04:26Z</dcterms:created>
  <dcterms:modified xsi:type="dcterms:W3CDTF">2026-05-08T00:22:25Z</dcterms:modified>
</cp:coreProperties>
</file>