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4" d="100"/>
          <a:sy n="44" d="100"/>
        </p:scale>
        <p:origin x="86" y="3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5587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0.png"/><Relationship Id="rId5" Type="http://schemas.openxmlformats.org/officeDocument/2006/relationships/image" Target="../media/image27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4.png"/><Relationship Id="rId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35.png"/><Relationship Id="rId5" Type="http://schemas.openxmlformats.org/officeDocument/2006/relationships/image" Target="../media/image33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19.png"/><Relationship Id="rId5" Type="http://schemas.openxmlformats.org/officeDocument/2006/relationships/image" Target="../media/image20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24.png"/><Relationship Id="rId10" Type="http://schemas.openxmlformats.org/officeDocument/2006/relationships/image" Target="../media/image42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اللدغات واللسعات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وعيك يحميك من المخاطر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"الوقاية من اللدغات واللسعات تبدأ من الانتباه للبيئة المحيطة، وتجنب لمس الكائنات أو الاقتراب منها دون معرفة"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بالسلامة من اللدغات واللسعات؟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تحدث في الأماكن الخارجية أو حتى داخل المنازل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التعرض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للدغات واللسعات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وكبار السن وأصحاب الحساسية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حدوث الإصابة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الأخطاء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التي قد تزيد الحالة سوءًا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بالرحلات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والمخيمات والمزارع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شاملة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للأسرة والمحيط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الاقتراب من الكائنات غير المعروفة هو أول خطوة للوقاية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أين قد تحدث اللدغات واللسعات؟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توجد الكائنات السامة في أماكن مختلفة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الحدائق العامة والمنزلية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المزارع والمناطق الزراعية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المخيمات والرحلات البرية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الشواطئ والمناطق الساحلية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أماكن تجمع المخلفات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المخازن والأماكن قليلة الاستخدام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الصخور والأعشاب والحفر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المناطق القريبة من المياه الراكدة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الانتباه للموقع المحيط يقلل احتمالية التعرض للخطر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أنواع اللدغات واللسعات المحتملة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تختلف حسب نوع الكائن والبيئة المحيطة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لسعات النحل والدبابير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لدغات النمل والحشرات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لدغات العناكب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لسعات العقارب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لدغات الأفاعي والزواحف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لسعات قناديل البحر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لدغات البعوض والحشرات الطائرة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ليست كل اللدغات خطيرة، لكن يجب التعامل معها بجدية عند ظهور أعراض قوية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في الأماكن الخارجية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سلوكيات تقلل التعرض للكائنات المسببة للدغ أو اللسع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ارتدِ حذاءً مناسبًا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تمشِ حافي القدمين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يدك في الحفر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مكان الجلوس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الأعشاش والجحور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الطعام في عبوات مغلقة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المخلفات في الموقع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المكان النظيف والمنظم يقلل تجمع الحشرات والكائنات المؤذية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من اللدغات واللسعات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يقتربون من الكائنات بدافع الفضول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باستمرار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عدم لمس الحشرات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امنعهم من اللعب قرب الأعشاب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أحذية مناسبة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الطعام مكشوفًا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إبلاغ شخص بالغ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يقتربوا من الأعشاش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توعية الطفل بلغة بسيطة تساعده على تجنب الخطر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داخل المنزل والمزرعة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النظافة والتنظيم يقللان فرص ظهور الكائنات المؤذية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نظافة المنزل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الفتحات والشقوق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بقايا الطعام مكشوفة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الأدوات بطريقة منظمة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الأحذية قبل الاستخدام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قلّم الأعشاب حول المنزل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المختصين عند تكرار الظهور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النظافة والتنظيم يقللان فرص ظهور الحشرات والكائنات المؤذية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على الشواطئ من اللسعات البحرية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الكائنات البحرية قد تسبب لسعات حتى عند وجودها على الشاطئ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4805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09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5389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بتعليمات المنقذين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4281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2569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857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4865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الكائنات البحرية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3757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204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3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4341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السباحة قرب التحذيرات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44805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309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81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45389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على الشاطئ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4281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2569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857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4865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أحذية قرب الصخور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3757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204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0333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4341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المنقذ عند رؤية كائن مؤذٍ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الكائنات البحرية حتى لو بدت ميتة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لسعة أو لدغة بسيطة؟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بهدوء وراقب الأعراض بعد الإصابة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مصدر الخطر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اغسل المنطقة بالماء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حكّ موضع الإصابة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كمادة باردة عند الحاجة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الأعراض غير الطبيعية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شخصًا بالغًا أو المسؤول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الألم الشديد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المراقبة مهمة لأن بعض الأعراض قد تظهر بعد وقت من الإصابة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تكون الحالة طارئة؟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أعراض تستدعي الاتصال بالطوارئ على الرقم 999 فورًا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التنفس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تورم في الوجه أو الشفاه أو الحلق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دوار شديد أو إغماء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أو تورم سريع الانتشار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قيء أو تعب شديد غير معتاد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لدغة من أفعى أو عقرب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إصابة طفل أو صاحب حساسية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فورًا عند أي من هذه الأعراض، أو إن تفاقمت الحالة بدل أن تتحسن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لدغة أفعى أو عقرب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هدوء، تقليل الحركة، واتصال فوري بالطوارئ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خطوات سريعة: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38328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2900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فورًا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39496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44068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قلل حركته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40664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45236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المصاب هادئًا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41832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46404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الكائن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تمصّ مكان اللدغة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مواد عشوائية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تلاحق الكائن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موقعك بدقة</a:t>
            </a:r>
            <a:endParaRPr lang="en-US" sz="1300" dirty="0"/>
          </a:p>
        </p:txBody>
      </p:sp>
      <p:sp>
        <p:nvSpPr>
          <p:cNvPr id="40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العشوائي قد يزيد الخطر، والاتصال بالطوارئ هو الأهم</a:t>
            </a:r>
            <a:endParaRPr lang="ar-AE" sz="1200" dirty="0"/>
          </a:p>
        </p:txBody>
      </p:sp>
      <p:sp>
        <p:nvSpPr>
          <p:cNvPr id="42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52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لا تفعل عند اللدغات واللسعات؟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شائعة قد تكون غير آمنة أو تؤخر العلاج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تحكّ موضع الإصابة بقوة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مواد غير معروفة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تمسك بالكائن المسبب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الأعراض القوية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تحرّك المصاب كثيرًا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تعتمد على وصفات غير معتمدة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الشك، اطلب المساعدة من المختصين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النظافة وإدارة المخلفات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النظافة العامة تقلل تجمع الحشرات والكائنات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المخلفات في الحاويات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الطعام مكشوفًا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نظّف بقايا الطعام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أكياس النفايات بإحكام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مياهًا راكدة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ترتيب المخازن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تجمعات الحشرات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البيئية جزء أساسي من السلامة الشخصية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للوقاية من اللدغات واللسعات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284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28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للبيئة المحيطة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770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ارتدِ حذاءً مناسبًا في الخارج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4256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343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باستمرار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974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974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920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الطعام والمخلفات بأمان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5229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440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مكان الجلوس قبل استخدامه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60716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6071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989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الأعراض الخطيرة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284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28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الكائنات غير المعروفة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770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يدك في الحفر والصخور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4256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343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الأعشاش والخلايا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974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974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920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تمشِ حافي القدمين خارجًا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5229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440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الألم أو التورم السريع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60716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6071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989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تعالج الحالات الخطيرة عشوائيًا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خلية نحل بالقرب من منطقة جلوس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الموقع، لا تلمس الخلية، وأبلغ المسؤولين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تعرض للسعة وبدأ يظهر تورم وصعوبة تنفس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فورًا واطلب المساعدة العاجلة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رأيت كائنًا بحريًا على الشاطئ وتريد لمسه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تلمسه، وأبلغ المنقذ أو مسؤول الشاطئ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تعرض شخص للدغة أفعى في منطقة برية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قلل حركته، لا تتعامل عشوائيًا، واتصل بـ 999 فورًا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لمس كائن غير معروف في الحديقة أو الشاطئ؟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الابتعاد عنه وإبلاغ المسؤولين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ظهور صعوبة تنفس بعد لسعة؟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أتصل بـ 999 فورًا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حفظ الطعام والمخلفات بطريقة صحيحة؟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لتقليل تجمع الحشرات والكائنات المؤذية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تمشي حافي القدمين في المناطق الخارجية؟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يفضّل ارتداء حذاء مناسب للوقاية من اللدغات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لدغة أفعى أو عقرب؟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المصاب، أقلل الحركة، وأتصل بـ 999 فورًا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اللدغات واللسعات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الكائنات • راقب الأطفال • نظّف المخلفات • ارتدِ حذاءً • عند الطوارئ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"الوعي والانتباه للبيئة المحيطة يحميانك من مخاطر اللدغات واللسعات"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C.9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1361</Words>
  <Application>Microsoft Office PowerPoint</Application>
  <PresentationFormat>شاشة عريضة</PresentationFormat>
  <Paragraphs>307</Paragraphs>
  <Slides>17</Slides>
  <Notes>17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17</vt:i4>
      </vt:variant>
    </vt:vector>
  </HeadingPairs>
  <TitlesOfParts>
    <vt:vector size="21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من اللدغات واللسعات</dc:title>
  <dc:subject>PptxGenJS Presentation</dc:subject>
  <dc:creator>هيئة أبوظبي للدفاع المدني</dc:creator>
  <cp:lastModifiedBy>Lenovo</cp:lastModifiedBy>
  <cp:revision>1</cp:revision>
  <dcterms:created xsi:type="dcterms:W3CDTF">2026-05-06T23:34:35Z</dcterms:created>
  <dcterms:modified xsi:type="dcterms:W3CDTF">2026-05-06T23:44:37Z</dcterms:modified>
</cp:coreProperties>
</file>