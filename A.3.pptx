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16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في المدارس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بالوعي والانتباه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الحريق مسؤولية مشتركة تبدأ من الالتزام بالتعليمات والإبلاغ المبكر"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نتعلم الوقاية من الحرائق؟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تبدأ الحرائق من تصرف بسيط أو إهمال صغير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للطلبة والكادر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المبنى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والممتلكات المدرسية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الحرائق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ومنعها قبل وقوعها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الإبلاغ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 المخاطر مبكرًا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المدرسة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الطوارئ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الحريق أسهل وأسرع من التعامل معه بعد وقوعه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مسببات الحرائق في البيئة المدرسية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قد تؤدي للحريق إذا لم تُعامل بأمان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توصيلات غير آمنة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تعمل دون متابعة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سيء للقابلة للاشتعال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حرارة غير آمنة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الورق قرب الحرارة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إهمال السلامة في المختبرات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مؤشر خطر يتم تجاهله قد يتحول إلى حادث كبير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في المدرسة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من أكثر مصادر الخطر شيوعًا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بالمقابس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التمديدات المكشوفة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الأجهزة دون إذن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السخونة والرائحة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السوائل عن الأجهزة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توصيلات معتمدة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إصلاح أي عطل كهربائي بنفسك، أبلغ المسؤول فورًا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في الصفوف الدراسية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الصف يحتوي على مواد قابلة للاشتعال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الأوراق عن المقابس والأجهزة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الأجهزة موصولة دون حاجة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بلوحات الكهرباء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ترتيب الحقائب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كاشفات الدخان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عن أي عطل أو رائحة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الصف المنظم والآمن يقلل فرص نشوب الحرائق ويساعد في الإخلاء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المختبرات المدرسية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تعليمات صارمة للتعامل مع المواد والأجهزة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المعلم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المواد دون إذن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اللهب دون إشراف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الأجهزة بعد الاستخدام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المواد عشوائيًا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معدات السلامة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ملاحظة خطر: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فورًا، ابتعد، ولا تحاول التعامل معه وحدك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المقصف والمطبخ المدرسي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زيوت الطبخ ومصادر الحرارة قد تسبب 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معدات الطبخ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تنظيف دوري من المختصين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الطبخ دون مراقبة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طفاية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رائحة احتراق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زيوت الطبخ لا تُطفأ بالماء، لأن ذلك قد يزيد انتشار النار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السلامة ومكافحة الحريق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وُضعت لحماية الأرواح ويجب المحافظة عليها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طفايات الحريق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الحريق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كاشفات الدخان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خراطيم الحريق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الإرشاد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صناديق الإسعافات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السلامة وُضعت لإنقاذ الأرواح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الحريق: معرفة لا مغامرة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السيطرة في بداية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35508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549908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549908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26948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26948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أداة الأمان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06140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20540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3"/>
          <p:cNvSpPr/>
          <p:nvPr/>
        </p:nvSpPr>
        <p:spPr>
          <a:xfrm>
            <a:off x="43205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349758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وجّه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497580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الفوهة لقاعدة الحريق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6772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91172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18"/>
          <p:cNvSpPr/>
          <p:nvPr/>
        </p:nvSpPr>
        <p:spPr>
          <a:xfrm>
            <a:off x="7091172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6268212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268212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الذراع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947404" y="2606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861804" y="278892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3"/>
          <p:cNvSpPr/>
          <p:nvPr/>
        </p:nvSpPr>
        <p:spPr>
          <a:xfrm>
            <a:off x="9861804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9038844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حرّك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9038844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جانب لآخر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02336" y="4526280"/>
            <a:ext cx="3703320" cy="41148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9496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⚠ استخدم من 2-3 أمتار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242816" y="4526280"/>
            <a:ext cx="3703320" cy="41148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379976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⚠ اجعل طريق الخروج خلفك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083296" y="4526280"/>
            <a:ext cx="3703320" cy="41148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220456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⚠ لا تستخدمها مع دخان كثيف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دائمًا: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الآمن والإبلاغ عن الخطر — الطلبة لا يستخدمون الطفاية إلا بتدريب</a:t>
            </a:r>
            <a:endParaRPr lang="ar-AE" sz="1200" dirty="0"/>
          </a:p>
        </p:txBody>
      </p:sp>
      <p:sp>
        <p:nvSpPr>
          <p:cNvPr id="38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دخانًا أو رائحة احتراق؟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علامة تحذيرية تستدعي السرعة والهدوء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مصدر الخطر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فيه دخان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أو المشرف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الإخلاء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الاقتراب أو التصوير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إثارة الهلع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المبكر قد يمنع انتشار الحريق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للوقاية من الحرائق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فورًا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خلو الممرات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الأجهزة بإذن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بالتعليمات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معدات السلامة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بالكهرباء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المعدات دون تصريح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مخارج الطوارئ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الدخان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حرائق الزيت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تمديدات كهربائية مكشوفة في الصف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عنها وأبلغ المعلم أو المسؤول فورًا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وسخونة قرب جهاز كهربائي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الجهاز، وأبلغ المسؤول مباشرة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طالب يستخدم طفاية الحريق دون إذن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— الاستخدام غير المصرّح يعرّض الجميع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دخانًا في المختبر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الموقع، أبلغ المعلم، واتبع تعليمات الإخلاء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طفاية الحريق دون تدريب؟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لأنها تُستخدم وفق تعليمات محددة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دخانًا؟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وأبلغ المعلم أو المشرف فورًا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نستخدم الماء على حرائق الزيت أو الكهرباء؟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قد يزيد الخطر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أن تبقى المخارج خالية؟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لتسهيل الإخلاء السريع والآمن عند الطوارئ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خطوة للوقاية من الحريق؟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بالتعليمات والإبلاغ المبكر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بالكهرباء • أبلغ عن الخطر • مخارج خالية • التزم بالمختبر • اتصل بـ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"وعيك اليوم قد يمنع حريقًا غدًا"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1060</Words>
  <Application>Microsoft Office PowerPoint</Application>
  <PresentationFormat>شاشة عريضة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الحرائق في المدارس</dc:title>
  <dc:subject>PptxGenJS Presentation</dc:subject>
  <dc:creator>هيئة أبوظبي للدفاع المدني</dc:creator>
  <cp:lastModifiedBy>Lenovo</cp:lastModifiedBy>
  <cp:revision>1</cp:revision>
  <dcterms:created xsi:type="dcterms:W3CDTF">2026-05-06T11:15:02Z</dcterms:created>
  <dcterms:modified xsi:type="dcterms:W3CDTF">2026-05-06T11:17:01Z</dcterms:modified>
</cp:coreProperties>
</file>