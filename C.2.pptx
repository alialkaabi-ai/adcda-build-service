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7919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27.png"/><Relationship Id="rId5" Type="http://schemas.openxmlformats.org/officeDocument/2006/relationships/image" Target="../media/image24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29.png"/><Relationship Id="rId5" Type="http://schemas.openxmlformats.org/officeDocument/2006/relationships/image" Target="../media/image20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13.png"/><Relationship Id="rId5" Type="http://schemas.openxmlformats.org/officeDocument/2006/relationships/image" Target="../media/image25.png"/><Relationship Id="rId10" Type="http://schemas.openxmlformats.org/officeDocument/2006/relationships/image" Target="../media/image33.png"/><Relationship Id="rId4" Type="http://schemas.openxmlformats.org/officeDocument/2006/relationships/image" Target="../media/image2.pn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34.png"/><Relationship Id="rId10" Type="http://schemas.openxmlformats.org/officeDocument/2006/relationships/image" Target="../media/image37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30.png"/><Relationship Id="rId5" Type="http://schemas.openxmlformats.org/officeDocument/2006/relationships/image" Target="../media/image18.png"/><Relationship Id="rId10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19.png"/><Relationship Id="rId5" Type="http://schemas.openxmlformats.org/officeDocument/2006/relationships/image" Target="../media/image20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4.png"/><Relationship Id="rId5" Type="http://schemas.openxmlformats.org/officeDocument/2006/relationships/image" Target="../media/image38.png"/><Relationship Id="rId10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91640"/>
            <a:ext cx="1005840" cy="777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المراكز التجارية</a:t>
            </a:r>
            <a:endParaRPr lang="en-US" sz="38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تسوّق آمن… وسلوك مسؤول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188720" y="5257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"السلامة في المراكز التجارية مسؤولية مشتركة بين الإدارة والزوار"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C.2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بالسلامة في المراكز التجارية؟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تستقبل أعدادًا كبيرة من الزوار يوميًا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5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1065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59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6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الزوار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16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والعاملين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711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351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145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802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السقوط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802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والانزلاق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997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37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431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الحركة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088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بالازدحام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283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923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7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717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74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الجاهزية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374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للطوارئ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9569196" y="2697480"/>
            <a:ext cx="21945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2092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787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100035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9660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9660636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والفئات الأكثر عرضة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المركز التجاري بيئة عامة مزدحمة، والانتباه فيها ضروري للجميع</a:t>
            </a:r>
            <a:endParaRPr lang="ar-AE" sz="1200" dirty="0"/>
          </a:p>
        </p:txBody>
      </p:sp>
      <p:sp>
        <p:nvSpPr>
          <p:cNvPr id="42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C.2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المخاطر في المراكز التجارية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ازدحام وحركة سريعة وعدم التزام بالإرشادات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089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الانزلاق في الممرات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25983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44271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31089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6567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التدافع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0896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الأطفال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020556" y="260604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203436" y="29260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6316" y="310896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26396" y="260604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غير آمن للسلالم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7947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6235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236" y="45720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38531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حجب مخارج الطوارئ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25983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44271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5596" y="45720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26567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حرائق المتاجر والمطاعم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57200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حوادث المواقف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9020556" y="4069080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203436" y="43891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316" y="457200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0026396" y="4069080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دون تعليمات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المخاطر تساعدك على تجنبها والتصرف بشكل صحيح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C.2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أثناء الحركة داخل المركز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الممرات للحركة المنظمة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امشِ بهدوء، لا تركض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بالمسارات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تتوقف فجأة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عربات في المسارات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للأرضيات الزلقة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جوال أثناء المشي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عائق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الممرات الخالية من العوائق تساعد على إخلاء أسرع عند الطوارئ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على السلالم الكهربائية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تحتاج انتباهًا خاصًا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أمسك الدرابزين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عند الصعود والنزول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تجلس أو تلعب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عربات على السلم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ملابس وأحذية مناسبة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المصعد للعربات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السلم الكهربائي وسيلة حركة، وليس مكانًا للعب أو التوقف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عند استخدام المصاعد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منظم خاصة بالازدحام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خروج الناس أولًا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تدفع الآخرين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تستخدمه بإنذار الحريق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تعبث بالأزرار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تمنع إغلاق الأبواب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زر الطوارئ عند التعطل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الحريق أو الإنذار، استخدم سلالم الطوارئ وليس المصعد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الأطفال في المراكز التجارية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الازدحام يزيد مخاطر الضياع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راقبهم باستمرار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تتركهم بمفردهم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لقاء واضحة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علّمهم طلب المساعدة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 رقم تواصل لديهم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ركض في الممرات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راقبهم في السلالم والمصاعد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الرقابة المستمرة تقلل مخاطر الضياع والإصابات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مناطق المطاعم والمقاهي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سوائل ساخنة وأرضيات مبللة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للمشروبات الساخنة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عن الخدمة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السوائل المنسكبة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الطاولات بأمان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حقائب في المسارات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الموظفين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دخان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الانتباه في مناطق الطعام يقلل مخاطر الحروق والانزلاق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مواقف المركبات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حركة مركبات ومشاة معًا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ممرات المشاة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بالنزول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تتركهم بالمركبة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عند العبور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جوال أثناء المشي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خلف المتحركة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 موقع المركبة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المركز تبدأ من المواقف قبل دخول المبنى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الازدحام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بمواسم التخفيضات والفعاليات والذروة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تدفع الآخرين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توجيهات الأمن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بالمداخل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التدافع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وكبار السن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مسارات بديلة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الهدوء والتنظيم أثناء الازدحام يحميان الزوار من الإصابات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انطلاق الإنذار أو طارئ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بجدية واتبع التعليمات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توقف عن التسوق فورًا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استمع لتعليمات الأمن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اترك الأغراض غير الضرورية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لوحات مخارج الطوارئ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المصعد بالحريق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لنقطة التجمع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تنتظر رؤية الخطر حتى تبدأ بالتصرف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C.2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مخارج الطوارئ ولوحات الإرشاد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معرفتها تساعد على التصرف السريع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7947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8531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لاحظ مواقع المخارج عند الدخول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1995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0283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2579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اللوحات الإرشادية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60436" y="260604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43316" y="294894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19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66276" y="260604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تحجب المخارج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37947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6235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8531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تستخدمها لغير الطوارئ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1995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0283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571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2579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مخرج محجوب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60436" y="416052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43316" y="450342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619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66276" y="41605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 بعد الإخلاء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مخارج الطوارئ وُضعت لحماية الأرواح ويجب أن تبقى واضحة وخالية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المراكز التجارية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باستمرار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امشِ بهدوء بالممرات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السلالم والمصاعد بأمان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التزم بتعليمات الأمن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أي خطر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مخارج الطوارئ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3" name="Text 29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5623560" y="331927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23560" y="3319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40080" y="324612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ركض أو دفع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623560" y="384048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767328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أطفال دون مراقبة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4361688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4361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4288536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مصعد بإنذار الحريق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882896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809744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تحجب الممرات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5404104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5404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5330952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تجمع للتصوير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925312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925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852160"/>
            <a:ext cx="4800600" cy="44805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التعليمات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3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4" name="Shape 4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0" name="Shape 5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C.2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أرضية مبللة في الممرات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وأبلغ إدارة المركز أو أحد العاملين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انطلق الإنذار أثناء وجودك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الأمن واللوحات لأقرب مخرج آمن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انفصل عن أسرته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الأمن أو خدمة العملاء فورًا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ازدحام شديد عند مدخل متجر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التدافع واتبع تنظيم الأمن أو مسار بديل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C.2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201400" y="2706624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277063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517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استخدام المصعد بإنذار الحريق؟</a:t>
            </a:r>
            <a:endParaRPr lang="ar-AE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2898648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استخدام مخارج الطوارئ والسلالم</a:t>
            </a:r>
            <a:endParaRPr lang="ar-AE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3209544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201400" y="3310128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3741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255264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إذا وجدت أرضية مبللة؟</a:t>
            </a:r>
            <a:endParaRPr lang="ar-AE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3502152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أبتعد وأبلغ إدارة المركز أو العاملين</a:t>
            </a:r>
            <a:endParaRPr lang="ar-AE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813048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201400" y="3913632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397764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38587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نراقب الأطفال في المركز؟</a:t>
            </a:r>
            <a:endParaRPr lang="ar-AE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4105656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لتقليل خطر الضياع والإصابات</a:t>
            </a:r>
            <a:endParaRPr lang="ar-AE" sz="1100" dirty="0"/>
          </a:p>
        </p:txBody>
      </p:sp>
      <p:sp>
        <p:nvSpPr>
          <p:cNvPr id="25" name="Shape 18"/>
          <p:cNvSpPr/>
          <p:nvPr/>
        </p:nvSpPr>
        <p:spPr>
          <a:xfrm>
            <a:off x="457200" y="4416552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201400" y="4517136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4581144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462272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الازدحام؟</a:t>
            </a:r>
            <a:endParaRPr lang="ar-AE" sz="1300" dirty="0"/>
          </a:p>
        </p:txBody>
      </p:sp>
      <p:sp>
        <p:nvSpPr>
          <p:cNvPr id="29" name="Text 21"/>
          <p:cNvSpPr/>
          <p:nvPr/>
        </p:nvSpPr>
        <p:spPr>
          <a:xfrm>
            <a:off x="640080" y="4709160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أحافظ على الهدوء وأتجنب التدافع</a:t>
            </a:r>
            <a:endParaRPr lang="ar-AE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5020056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11201400" y="5120640"/>
            <a:ext cx="365760" cy="36576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5408" y="5184648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40080" y="5065776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3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س5: </a:t>
            </a:r>
            <a:r>
              <a:rPr lang="ar-AE" alt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أهمية معرفة مخارج الطوارئ؟</a:t>
            </a:r>
            <a:endParaRPr lang="ar-AE" sz="1300" dirty="0"/>
          </a:p>
        </p:txBody>
      </p:sp>
      <p:sp>
        <p:nvSpPr>
          <p:cNvPr id="34" name="Text 25"/>
          <p:cNvSpPr/>
          <p:nvPr/>
        </p:nvSpPr>
        <p:spPr>
          <a:xfrm>
            <a:off x="640080" y="5312664"/>
            <a:ext cx="10469880" cy="24688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1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تساعد على الخروج بسرعة وأمان</a:t>
            </a:r>
            <a:endParaRPr lang="ar-AE" sz="1100" dirty="0"/>
          </a:p>
        </p:txBody>
      </p:sp>
      <p:sp>
        <p:nvSpPr>
          <p:cNvPr id="35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7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C.2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691640"/>
            <a:ext cx="914400" cy="685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7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في المراكز التجارية مسؤولية الجميع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• التزم بالتعليمات • سلالم ومصاعد آمنة • لا تحجب المخارج • 999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"التزامك بإرشادات السلامة يجعل التسوّق أكثر أمنًا للجميع"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C.2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1085</Words>
  <Application>Microsoft Office PowerPoint</Application>
  <PresentationFormat>شاشة عريضة</PresentationFormat>
  <Paragraphs>277</Paragraphs>
  <Slides>16</Slides>
  <Notes>16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16</vt:i4>
      </vt:variant>
    </vt:vector>
  </HeadingPairs>
  <TitlesOfParts>
    <vt:vector size="20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السلامة في المراكز التجارية</dc:title>
  <dc:subject>PptxGenJS Presentation</dc:subject>
  <dc:creator>PptxGenJS</dc:creator>
  <cp:lastModifiedBy>Lenovo</cp:lastModifiedBy>
  <cp:revision>1</cp:revision>
  <dcterms:created xsi:type="dcterms:W3CDTF">2026-05-06T22:39:33Z</dcterms:created>
  <dcterms:modified xsi:type="dcterms:W3CDTF">2026-05-06T22:41:04Z</dcterms:modified>
</cp:coreProperties>
</file>