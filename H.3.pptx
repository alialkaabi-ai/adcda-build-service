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19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6.png"/><Relationship Id="rId5" Type="http://schemas.openxmlformats.org/officeDocument/2006/relationships/image" Target="../media/image18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1.png"/><Relationship Id="rId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1.png"/><Relationship Id="rId5" Type="http://schemas.openxmlformats.org/officeDocument/2006/relationships/image" Target="../media/image24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3.png"/><Relationship Id="rId5" Type="http://schemas.openxmlformats.org/officeDocument/2006/relationships/image" Target="../media/image36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0.png"/><Relationship Id="rId5" Type="http://schemas.openxmlformats.org/officeDocument/2006/relationships/image" Target="../media/image27.png"/><Relationship Id="rId10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0.png"/><Relationship Id="rId5" Type="http://schemas.openxmlformats.org/officeDocument/2006/relationships/image" Target="../media/image18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السكن والمخيمات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للحجاج والمعتمرين — وقاية وتنظيم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"السلامة في السكن تبدأ من معرفة المكان والالتزام بالنظام"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بسلامة السكن والمخيمات؟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تجمع كبير وحاجة للتنظيم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الحجاج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والمعتمرين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مخاطر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الحرائق والاختناق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الإخلاء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الطوارئ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كبار السن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وأصحاب الهمم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ممرات ومخارج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آمنة وواضحة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التزام بتعليمات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المنظمين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السكن تبدأ من معرفة المكان والالتزام بالنظام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التعرف على مكان السكن أو المخيم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معرفة كل شيء قبل الاستقرار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اسم المبنى أو المخيم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موقع الغرفة أو الخيمة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أقرب مخرج طوارئ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 الإخلاء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التجمع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موقع معدات السلامة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تواصل مع المشرفين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المكان قبل حدوث الطارئ تسهّل التصرف الصحيح عند الحاجة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مخارج الطوارئ ومسارات الإخلاء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واضحة وخالية من العوائق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تعرف على أقرب مخرج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أغراضًا في الممرات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تغلق أبواب الطوارئ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تستخدمها للتخزين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اللوحات الإرشادية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تعكس اتجاه الحركة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بتعليمات المشرفين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الممرات المغلقة أو المزدحمة قد تؤخر الإخلاء وتزيد الخطر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التجمع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المكان الآمن بعد الإخلاء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موقعها من البداية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اتفق مع المجموعة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عودة دون توجيه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وقوف عند المداخل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كبار السن والأطفال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المفقودين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الخروج من مكان الخطر لا يكفي — يجب التوجه إلى نقطة التجمع والبقاء فيها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 داخل السكن والمخيم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مصادر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حرارة غير مصرحة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تعمل بلا حاجة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قابل للاشتعال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طبخ بأماكن غير مخصصة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شموع أو لهب مكشوف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رائحة دخان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تعبث بمعدات السلامة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بالمناطق المخصصة للطهي أو التسخين يقلل مخاطر الحريق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الاستخدام الخاطئ يسبب حريقًا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تفرط بالتوصيلات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أسلاك أو مقابس تالفة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تمدد الأسلاك في الممرات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بأيدٍ مبللة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الأجهزة عند المغادرة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شرر أو حرارة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تصلح الأعطال بنفسك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خلل كهربائي يجب الإبلاغ عنه للمشرفين أو الجهات المختصة فورًا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ترتيب الأغراض داخل السكن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يقلل التعثر والإعاقة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حقائب بمكان مخصص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أغراض في الممرات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حجب للمخارج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بمكان معروف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أرضيات خالية من العوائق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تكدس قرب الكهرباء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وثائق سهلة الوصول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الأغراض المبعثرة قد تسبب السقوط أو تعيق الإخلاء وقت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الخيام والمخيمات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عناية خاصة بطبيعة المواد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لهب مكشوف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حرارة قرب الجدران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ممرات بين الخيام خالية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تخزين قابل للاشتعال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طهي بالأماكن المحددة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تمديدات عشوائية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تلف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الخيمة الآمنة هي الخيمة الخالية من مصادر الاشتعال والعوائق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من أول أكسيد الكربون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غاز خطير قد يكون بلا رائحة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المولدات الكهربائية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تدفئة غير مناسبة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الفحم بأماكن مغلقة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المركبات قرب السكن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التهوية بالأماكن المغلقة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صداع ودوخة وغثيان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فورًا واتصل بـ 999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 عاجل: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فورًا إلى مكان مفتوح وآمن، واتصل بـ 999 عند ظهور علامات خطيرة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المولدات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استخدمها فقط في أماكن مناسبة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تشغله داخل الخيمة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تستخدمه بمكان مغلق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أماكن النوم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تلمسه بأيدٍ مبللة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تضف الوقود وهو ساخن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الوقود عن الحرارة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عطل أو رائحة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المولد داخل مكان مغلق قد يسبب اختناقًا أو خطر حريق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الشوايات ومصادر الطهي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بالأماكن المخصصة فقط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شوايات داخل الخيام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فحم بأماكن مغلقة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الشواية عن الخيام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تتركها دون مراقبة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إطفاء الجمر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ترمِ الرماد ساخنًا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بالتعليمات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الطهي أو الشواء في مكان غير مخصص قد يسبب حريقًا أو اختناقًا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دورات المياه والمرافق المشتركة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نظافة وانتباه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للأرضيات الزلقة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أدوات بالممرات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التسربات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قرب الماء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النظافة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راعِ كبار السن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تغلق المداخل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الأرضيات المبللة في دورات المياه قد تسبب السقوط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الأدوية والحالات الصحية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استعداد داخل السكن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بمكان معروف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بعيدًا عن الأطفال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بطاقة معلومات صحية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أخبر المرافقين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تشارك الأدوية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توقف دواءً موصوفًا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الأعراض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الصحي يقلل الارتباك عند حدوث حالة طارئة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كبار السن وأصحاب الهمم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ترتيب خاص بالسكن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نوم قريب من المخرج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ممرات حولهم خالية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إضاءة مناسبة ليلًا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مساعدة بالمرافق المشتركة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وحدهم بالتعب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تعريفهم بالمخرج والتجمع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أدويتهم بمكان واضح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الحركة والوصول للمخارج يحمي الفئات الأكثر عرضة للمخاطر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انطلاق إنذار أو ظهور دخان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فوري بهدوء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نبه من حولك بهدوء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الأغراض غير الضرورية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اتجه لأقرب مخرج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المصاعد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من يحتاج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إلى المكان بعد الخروج إلا بتوجيه رسمي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حريق في السكن أو المخيم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الإخلاء أولًا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المكان فورًا إن أمكن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نبه الموجودين بهدوء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اتجه لأقرب مخرج آمن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تنقذ الأغراض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بابًا يخرج منه دخان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المنطقة المتأثرة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واذكر الموقع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الأشخاص أهم من الممتلكات والأغراض الشخصية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فقدان أحد أفراد المجموعة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منظم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تتحرك عشوائيًا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تواصل مع المشرفين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بطاقة التعريف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كبار السن والأطفال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يبحث الأطفال وحدهم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الرسمية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نقطة تجمع ومعلومات تعريف واضحة يقلل الارتباك عند الانفصال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السكن والمخيمات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تعرف على المخارج والتجمع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الممرات خالية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الكهرباء بحذر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خلل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نظم الأغراض بأماكنها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راعِ الفئات المعرضة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تعيق المخارج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لهب داخل الخيام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مولد بمكان مغلق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شوايات داخل السكن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الأجهزة تعمل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تجمهر بالطوارئ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عودة دون توجيه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وصلت إلى المخيم ولا تعرف أقرب مخرج طوارئ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تعرف فورًا على المخرج، مسار الإخلاء، ونقطة التجمع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حقيبة كبيرة في ممر بين الخيام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الممر أو أبلغ المشرفين — الممر يجب أن يبقى خاليًا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يريد استخدام شواية داخل الخيمة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امنعه — الشواء داخل الخيمة خطر وقد يسبب حريقًا أو اختناقًا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انطلق إنذار وبدأ البعض يجمعون أغراضهم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الأغراض غير الضرورية، أخلِ بهدوء، وتوجه لنقطة التجمع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إبقاء الممرات ومخارج الطوارئ خالية؟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لأنها تسهّل الإخلاء وتقلل خطر التعثر أو التأخير عند الطوارئ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تشغيل مولد كهربائي داخل الخيمة؟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تشغيل المولد بمكان مغلق خطر وقد يسبب اختناقًا أو حريقًا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الصحيح عند ظهور دخان أو إنذار؟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إخلاء بهدوء عبر أقرب مخرج، التوجه للتجمع، والاتصال بـ 999 عند الخطر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الرجوع للسكن بعد الإخلاء لأخذ الأغراض؟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لا يجب الرجوع إلا بتوجيه رسمي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سكن آمن ومخيم منظم يعني رحلة أكثر سلامة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المخارج • نظم الأغراض • لا لهب بالخيام • لا مولد بمكان مغلق • اتصل بـ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"سكن آمن ومخيم منظم يعني رحلة أكثر سلامة وطمأنينة"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H.3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1636</Words>
  <Application>Microsoft Office PowerPoint</Application>
  <PresentationFormat>شاشة عريضة</PresentationFormat>
  <Paragraphs>418</Paragraphs>
  <Slides>22</Slides>
  <Notes>22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22</vt:i4>
      </vt:variant>
    </vt:vector>
  </HeadingPairs>
  <TitlesOfParts>
    <vt:vector size="26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في السكن والمخيمات</dc:title>
  <dc:subject>PptxGenJS Presentation</dc:subject>
  <dc:creator>هيئة أبوظبي للدفاع المدني</dc:creator>
  <cp:lastModifiedBy>Lenovo</cp:lastModifiedBy>
  <cp:revision>1</cp:revision>
  <dcterms:created xsi:type="dcterms:W3CDTF">2026-05-08T21:53:53Z</dcterms:created>
  <dcterms:modified xsi:type="dcterms:W3CDTF">2026-05-08T22:02:07Z</dcterms:modified>
</cp:coreProperties>
</file>