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0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.png"/><Relationship Id="rId5" Type="http://schemas.openxmlformats.org/officeDocument/2006/relationships/image" Target="../media/image39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31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46.png"/><Relationship Id="rId5" Type="http://schemas.openxmlformats.org/officeDocument/2006/relationships/image" Target="../media/image47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51.png"/><Relationship Id="rId5" Type="http://schemas.openxmlformats.org/officeDocument/2006/relationships/image" Target="../media/image18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4.png"/><Relationship Id="rId5" Type="http://schemas.openxmlformats.org/officeDocument/2006/relationships/image" Target="../media/image35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الكسور والسقوط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تقييم، وحركة محسوبة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"السقوط والكسور قد تكون بسيطة أو خطيرة، لذلك يجب التعامل معها بحذر وطلب المساعدة عند علامات الخطورة"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بالكسور والسقوط؟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الإصابات لا تظهر شدتها مباشرة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التفاقم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الإصابة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حركة خاطئة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والارتباك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الوقت المناسب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نفسي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وصول المختصين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وقاية من السقوط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المنزل والمرافق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 كل سقوط بسيطًا — أي ألم شديد أو صعوبة حركة تحتاج تعاملًا حذرًا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شائعة للسقوط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عوامل تزيد احتمالية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مبللة أو زلقة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عوائق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الإضاءة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سلالم بطريقة غير آمنة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الجري في الأماكن المغلقة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وسجاد غير ثابت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أو دوخة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أحذية غير مناسبة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بإزالة العوائق والانتباه للمكان قبل الحركة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الأكثر عرضة للخطر؟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فئات تحتاج إلى متابعة واحتياطات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التوازن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مستخدمو أدوات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الإرهاق أو الدوخة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العاملون في حركة دائمة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 تتطلب بيئة آمنة ومراقبة مناسبة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الاشتباه بالكسر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عند وجود علامات قوية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في موضع الإصابة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تورم واضح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تحريك الطرف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الوقوف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شكل الطرف أو موضعه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يزداد عند الحركة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أو إصابة قوية وقت السقوط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الاشتباه بالكسر، لا تحرك الجزء المصاب، واطلب المساعدة عند الحاجة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الإصابة الخطيرة بعد 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خاصة في الرأس أو الرقبة أو الظهر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شديدة أو ارتباك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في الرأس أو الرقبة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واضح أو إصابة كبيرة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أو خدر في الأطراف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الحركة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قيء أو تغير في السلوك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 ولا تحرك المصاب إلا عند خطر مباشر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زلقة أو مبللة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أو أجسام حادة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قريبة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سقوط إضافي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 أو كهرباء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تدافع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 قدر الإمكان واطلب من الموجودين الابتعاد ولا تعرض نفسك للخطر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الأولي بعد 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ولا تستعجل في تحريكه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 المصاب إن كان يستطيع الرد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منه عدم الحركة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علامات الخطورة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الاشتباه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وابقَ معه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المختصين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وعدم تحريك المصاب دون ضرورة من أهم خطوات السلامة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الاشتباه بكسر؟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قلل الحركة وانتظر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الجزء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البقاء ثابتًا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تعدّل موضع الطرف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بسيط ضمن التدريب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ضغط قوي على الموضع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الشدة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محاولة تعديل الطرف المصاب أو تحريكه بطريقة خاطئة قد تزيد الإصابة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الرأس والرقبة والظهر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المصاب قد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من ارتفاع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لضربة قوية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في الرقبة أو الظهر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ارتباك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ولو لفترة قصيرة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أو خدر في الأطراف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الحركة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المصاب، واطلب المساعدة فورًا عبر 999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كبار السن بعد 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حتى مع السقوط البسيط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في إيقافه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مكان الألم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الدوخة والارتباك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الألم الشديد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الشدة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بالأدوية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لدى كبار السن يحتاج إلى تقييم حذر، حتى إذا بدا بسيطًا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الأطفال بعد 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قد لا يستطيعون وصف الألم بدقة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البكاء والسلوك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الحركة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نعاس غير معتاد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الشدة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 طبي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تغير غير طبيعي في وعي الطفل أو سلوكه بعد السقوط يحتاج اهتمامًا فوريًا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السقوط في الأماكن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المكان ومنع التجمهر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غير الضروريين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مساحة كافية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تصوير أو نشر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يرشد فرق الإسعاف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المصاب لإخلاء المكان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الموقع يساعد المصاب ويسهّل وصول الجهات المختصة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الثلج أو الكمادات الباردة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تساعد في الكدمات البسيطة — استخدم بحذر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كمادة ملفوفة بقماش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الثلج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للجروح الكبيرة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الألم والتورم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الكمادات الباردة ليست بديلًا عن تقييم الإصابة عند الاشتباه بكسر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السقوط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تعديلات بسيطة تقلل مخاطر السقوط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تجفيف الأرضيات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إزالة العوائق من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تثبيت السجاد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جيدة للممرات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مقابض دعم لكبار السن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ألعاب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بعيدة عن الممرات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المنزل الآمن يقلل فرص السقوط، خاصة للأطفال وكبار السن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السقوط في المدارس والعمل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البيئات التعليمية والعملية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الأرضيات الزلقة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تحذيرية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خالية من العوائق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جري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بصحة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الأدوات في أماكنها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مناسبة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الخطر قبل وقوع الإصابة جزء من ثقافة السلامة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الكسور والسقوط؟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الألم أو تفاقم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دون داعٍ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تعدّل الطرف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ضغط قوي على الإصابة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لمصاب غير مستقر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المصاب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أحيانًا تكون في منع الحركة وطلب المساعدة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حقيبة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لتقديم دعم أولي بسيط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نظيفة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رباط مرن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كمادة باردة فورية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شريط طبي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 إسعافات مبسط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أدوات الحقيبة لتنفيذ إجراء لا تعرفه أو لم تتدرب عليه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الكسور والسقوط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طمئنه واطلب منه عدم الحركة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ضمن معرفتك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المختصين عند الشك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مخاطر السقوط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دون ضرورة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تعدّل موضع الطرف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الثلج مباشرة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ألم الرأس أو الرقبة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 أو تنشره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سقط على الدرج ويشتكي من ألم في الظهر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أمّن المكان، طمئنه، واتصل فورًا بـ 999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سقط ولا يستطيع تحريك ذراعه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الحركة، هدّئه، وأبلغ ولي الأمر واطلب المساعدة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كبير سن سقط ويشعر بدوخة وصعوبة وقوف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في إيقافه، ابقه آمنًا، وراقبه، واتصل بـ 999 عند الشدة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مبللة في ممر مدرسة سببت انزلاق طالب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الطالب بأمان، أبلغ عن الخطر، وضع تنبيهًا لمنع سقوط آخرين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عند سقوط شخص أمامك؟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وتقييم حالة المصاب بهدوء دون تحريكه عند الاشتباه بإصابة خطيرة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 بعد السقوط؟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فقدان الوعي، ألم الرأس أو الرقبة، صعوبة الحركة، أو الاشتباه بكسر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إجبار المصاب على الوقوف بعد السقوط؟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إذا كان يشعر بألم شديد أو لديه علامات إصابة خطيرة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نضع الثلج مباشرة على الجلد؟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ذلك قد يضر الجلد — استخدم كمادة باردة ملفوفة بقطعة قماش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تقييم سريع، تجنب الحركة غير الضرورية، وطلب المساعدة عند الخطورة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في تحريك المصاب • انتبه للرأس والرقبة • وقاية ببيئة آمنة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"تصرفك الهادئ بعد السقوط قد يمنع تفاقم الإصابة ويحمي حياة إنسان"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</Words>
  <Application>Microsoft Office PowerPoint</Application>
  <PresentationFormat>شاشة عريضة</PresentationFormat>
  <Paragraphs>394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الكسور والسقوط</dc:title>
  <dc:subject>PptxGenJS Presentation</dc:subject>
  <dc:creator>هيئة أبوظبي للدفاع المدني</dc:creator>
  <cp:lastModifiedBy>Lenovo</cp:lastModifiedBy>
  <cp:revision>1</cp:revision>
  <dcterms:created xsi:type="dcterms:W3CDTF">2026-05-07T19:16:54Z</dcterms:created>
  <dcterms:modified xsi:type="dcterms:W3CDTF">2026-05-08T00:23:15Z</dcterms:modified>
</cp:coreProperties>
</file>