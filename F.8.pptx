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48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12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14.png"/><Relationship Id="rId5" Type="http://schemas.openxmlformats.org/officeDocument/2006/relationships/image" Target="../media/image32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الكهربائية الخارجية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بيئة خارجية آمنة… باستخدام كهربائي مسؤول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1371600" y="5257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"استخدام الكهرباء في الأماكن الخارجية يحتاج إلى احتياطات إضافية بسبب الرطوبة والمياه"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F.8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بالسلامة الكهربائية الخارجية؟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تزداد المخاطر بسبب المياه والرطوبة وحركة الأشخاص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الصعق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الخطر الأكبر مع الماء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الحرائق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التوصيلات السيئة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والعائلة في الحديقة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العاملين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المزارع والحدائق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الأجهزة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والمعدات الكهربائية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الآمن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الأماكن المكشوفة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الكهرباء في الخارج تحتاج إلى تجهيزات مناسبة ومتابعة مستمرة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F.8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المخاطر الكهربائية الخارجية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تظهر بسبب الاستخدام غير المناسب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غير مخصصة للخارج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أسلاك مكشوفة أو تالفة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ملامسة الكهرباء للماء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أسلاك في مسارات الحركة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تحميل المقابس بأكثر من طاقتها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الاستخدام أثناء الأمطار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الاقتراب من خطوط الكهرباء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الخطر الكهربائي في الأماكن الخارجية قد يكون غير واضح حتى تقع الإصابة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F.8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التمديدات الخارجية بأمان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يجب أن تكون مخصصة ومناسبة للظروف المحيطة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معتمدة للخارج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قبل الاستخدام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أسلاكًا تالفة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المياه والرطوبة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تمررها في الحركة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تمددها تحت السجاد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افصلها بعد الاستخدام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التمديد المؤقت يجب ألا يتحول إلى حل دائم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F.8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الكهرباء والمياه في الأماكن الخارجية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اجتماعهما يزيد خطر الصعق الكهربائي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الأجهزة بأيدٍ مبللة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تشغّلها أثناء هطول الأمطار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أبقِ المقابس بعيدة عن المياه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التمديدات قرب الري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تجهيزات مناسبة للخارج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الاستخدام عند البلل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مختصًا عند وجود خطر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التيار في حالات الشك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الماء والكهرباء لا يجتمعان في بيئة آمنة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F.8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الأجهزة الخارجية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الزراعة، الإضاءة، المضخات، أجهزة التخييم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اقرأ تعليمات الشركة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استخدمها في موقعها فقط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الداخلية في الخارج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الجهاز قبل التشغيل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تتركها دون متابعة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الأطفال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افصلها بعد الاستخدام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جهاز كهربائي له بيئة استخدام مناسبة يجب الالتزام بها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F.8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الحدائق والمزارع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أنظمة ري ومعدات كهربائية ومواقع عمل خارجية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1B873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9"/>
          <p:cNvSpPr/>
          <p:nvPr/>
        </p:nvSpPr>
        <p:spPr>
          <a:xfrm>
            <a:off x="11320272" y="273405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0"/>
          <p:cNvSpPr/>
          <p:nvPr/>
        </p:nvSpPr>
        <p:spPr>
          <a:xfrm>
            <a:off x="11320272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التمديدات عن الري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13639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11320272" y="317296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11320272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13639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على أرض مبللة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575304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11320272" y="36118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18"/>
          <p:cNvSpPr/>
          <p:nvPr/>
        </p:nvSpPr>
        <p:spPr>
          <a:xfrm>
            <a:off x="11320272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575304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الكهرباء قبل الصيانة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014216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11320272" y="405079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2"/>
          <p:cNvSpPr/>
          <p:nvPr/>
        </p:nvSpPr>
        <p:spPr>
          <a:xfrm>
            <a:off x="11320272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014216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أسلاكًا في المسارات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453128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5"/>
          <p:cNvSpPr/>
          <p:nvPr/>
        </p:nvSpPr>
        <p:spPr>
          <a:xfrm>
            <a:off x="11320272" y="448970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6"/>
          <p:cNvSpPr/>
          <p:nvPr/>
        </p:nvSpPr>
        <p:spPr>
          <a:xfrm>
            <a:off x="11320272" y="4489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453128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مناسبة للبيئة الخارجية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89204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29"/>
          <p:cNvSpPr/>
          <p:nvPr/>
        </p:nvSpPr>
        <p:spPr>
          <a:xfrm>
            <a:off x="11320272" y="492861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0"/>
          <p:cNvSpPr/>
          <p:nvPr/>
        </p:nvSpPr>
        <p:spPr>
          <a:xfrm>
            <a:off x="11320272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89204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ثبات الإضاءة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33095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3"/>
          <p:cNvSpPr/>
          <p:nvPr/>
        </p:nvSpPr>
        <p:spPr>
          <a:xfrm>
            <a:off x="11320272" y="53675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4"/>
          <p:cNvSpPr/>
          <p:nvPr/>
        </p:nvSpPr>
        <p:spPr>
          <a:xfrm>
            <a:off x="11320272" y="5367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33095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المختص عن أي خلل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العمل الخارجي الآمن يبدأ بفصل الكهرباء عن مصادر المياه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F.8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أثناء التخييم والرحلات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مولدات وإضاءة وشواحن وتوصيلات مؤقتة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مصادر كهرباء آمنة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توصيلات قرب الجلوس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الأجهزة عن الخيام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مولدات داخل الخيام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الأجهزة دائمًا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قبل النوم أو المغادرة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احتفظ بطفاية حريق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خلل فورًا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التوصيلات المؤقتة في المخيمات تحتاج إلى حذر أكبر من المنزل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F.8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خطوط الكهرباء والأعمدة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الاقتراب منها قد يشكل خطرًا كبيرًا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خطوط الكهرباء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أي سلك ساقط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ترفع أدوات طويلة قربها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تتسلق الأعمدة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المحولات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سلك ساقط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الجهات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للموظفين: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السلك الساقط خطر حتى يثبت المختصون عكس ذلك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F.8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الكهرباء أثناء الأحوال الجوية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الأمطار والرياح تزيد المخاطر الخارجية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الأجهزة عند العواصف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أثناء الأمطار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صناديق مبللة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التوصيلات عن المياه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ثبّت الأجهزة الخارجية جيدًا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سلك ساقط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الأحوال الجوية قد تحول التوصيلات الآمنة إلى خطر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F.8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 في الأماكن الخارجية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ينجذبون للأسلاك والأجهزة دون إدراك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0861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7675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الصغار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7675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ينجذبون للأسلاك والأجهزة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440283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0861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1723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في الحدائق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1723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لمس التمديدات والمقابس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824331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0861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5771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اللعب قرب المسابح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15771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تجمّع المياه والكهرباء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7947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56235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59486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7675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في المزارع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47675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معدات كهربائية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21995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440283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594860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1723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في الرحلات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531723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ومولدات مؤقتة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806043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27"/>
          <p:cNvSpPr/>
          <p:nvPr/>
        </p:nvSpPr>
        <p:spPr>
          <a:xfrm>
            <a:off x="824331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594860"/>
            <a:ext cx="411480" cy="4114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15771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في الأعياد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915771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إضاءة الزينة الخارجية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الحماية تبدأ بإبعاد مصدر الخطر عن الطفل، وليس بالاكتفاء بالتحذير</a:t>
            </a:r>
            <a:endParaRPr lang="ar-AE" sz="1200" dirty="0"/>
          </a:p>
        </p:txBody>
      </p:sp>
      <p:sp>
        <p:nvSpPr>
          <p:cNvPr id="42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3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F.8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ملاحظة خطر كهربائي خارجي؟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الاقتراب أو محاولة الإصلاح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مصدر الخطر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الأسلاك التالفة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الآخرين عن الموقع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الإصلاح بنفسك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الجهة المختصة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تدخل المختصين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وثّق الموقع بأمان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تبدأ بعدم الاقتراب من الخطر الكهربائي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F.8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خاصة في الكهرباء الخارجية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المواقف تستدعي حذرًا إضافيًا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إضاءة الزينة في الأعياد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كاميرات المراقبة الخارجية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التدفئة الخارجية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مكيفات الفناء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البوابات الكهربائية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أنظمة الري الذكية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أحواض السباحة والحدائق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تركيب كهربائي خارجي يحتاج إلى صيانة وفحص دوري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F.8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التواصل والإبلاغ عن خطر كهربائي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البلاغ الواضح يسرّع وصول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مثال على بلاغ واضح: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"يوجد سلك كهربائي ساقط في منطقة مفتوحة بجانب الحديقة، وأبعدت الأشخاص"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الموقع بدقة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اذكر نوع الخطر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المصابين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نشر معلومات غير مؤكدة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2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البلاغ الدقيق ينقذ الأرواح ويسرّع وصول المساعدة</a:t>
            </a:r>
            <a:endParaRPr lang="ar-AE" sz="1200" dirty="0"/>
          </a:p>
        </p:txBody>
      </p:sp>
      <p:sp>
        <p:nvSpPr>
          <p:cNvPr id="35" name="Shape 2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F.8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السلامة الكهربائية الخارجية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تمديدات للخارج فقط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الأسلاك قبل التشغيل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أبقِ الكهرباء بعيدة عن الماء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الأجهزة بعد الاستخدام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الأسلاك التالفة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المختصين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الحاجة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أجهزة داخلية للخارج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الأجهزة بأيدٍ مبللة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تمرر الأسلاك في الحركة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تستخدمها أثناء الأمطار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الأسلاك الساقطة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الإصلاح بنفسك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التمديدات دون متابعة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F.8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توصيلة كهربائية قرب تجمع مياه في الحديقة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الموقع، وأبلغ المسؤول أو المختص لإزالة الخطر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سقط سلك كهربائي في منطقة خارجية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منه، أبعد الآخرين، وأبلغ الجهة المختصة فورًا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أحدهم يريد استخدام جهاز داخلي في الحديقة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يتم استخدامه، يجب اختيار جهاز مخصص للخارج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بدأت الأمطار أثناء تشغيل أجهزة خارجية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الاستخدام بأمان، وابتعد عن التوصيلات المبللة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F.8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استخدام جهاز داخلي في الخارج؟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استخدام أجهزة مخصصة للاستخدام الخارجي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رأيت سلكًا كهربائيًا ساقطًا؟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أبتعد عنه، وأبعد الآخرين، وأبلغ الجهة المختصة فورًا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إبعاد التوصيلات عن الماء؟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لتقليل خطر الصعق الكهربائي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استخدام الأجهزة الخارجية أثناء الأمطار؟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 الرطوبة والماء يزيدان خطر الكهرباء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ملاحظة تمديد كهربائي تالف؟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أتوقف عن استخدامه وأبلغ المختص أو المسؤول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F.8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الكهربائية الخارجية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للخارج • بعيدًا عن الماء • لا أمطار • لا أسلاك ساقطة • افصل بعد الاستخدام •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"الاستخدام الآمن للكهرباء في الأماكن الخارجية يحمي الأرواح والممتلكات"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F.8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1416</Words>
  <Application>Microsoft Office PowerPoint</Application>
  <PresentationFormat>شاشة عريضة</PresentationFormat>
  <Paragraphs>339</Paragraphs>
  <Slides>18</Slides>
  <Notes>18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22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الكهربائية الخارجية</dc:title>
  <dc:subject>PptxGenJS Presentation</dc:subject>
  <dc:creator>هيئة أبوظبي للدفاع المدني</dc:creator>
  <cp:lastModifiedBy>Lenovo</cp:lastModifiedBy>
  <cp:revision>1</cp:revision>
  <dcterms:created xsi:type="dcterms:W3CDTF">2026-05-06T01:35:42Z</dcterms:created>
  <dcterms:modified xsi:type="dcterms:W3CDTF">2026-05-14T23:02:29Z</dcterms:modified>
</cp:coreProperties>
</file>