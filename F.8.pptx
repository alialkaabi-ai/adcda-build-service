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الخارجية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بيئة خارجية آمنة… باستخدام كهربائي مسؤول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"استخدام الكهرباء في الأماكن الخارجية يحتاج إلى احتياطات إضافية بسبب الرطوبة والمياه"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الكهربائية الخارجية؟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تزداد المخاطر بسبب المياه والرطوبة وحركة الأشخاص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الصعق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الأكبر مع الماء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الحرائق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التوصيلات السيئة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والعائلة في الحديقة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العاملين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المزارع والحدائق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الأجهزة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والمعدات الكهربائية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الآمن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الأماكن المكشوفة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في الخارج تحتاج إلى تجهيزات مناسبة ومتابعة مستمرة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الكهربائية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تظهر بسبب الاستخدام غير المناسب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غير مخصصة للخارج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مكشوفة أو 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ملامسة الكهرباء للماء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في مسارات الحركة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 بأكثر من طاقتها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أثناء الأمطار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من خطوط الكهرباء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الكهربائي في الأماكن الخارجية قد يكون غير واضح حتى تقع الإصابة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التمديدات الخارجية بأمان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يجب أن تكون مخصصة ومناسبة للظروف المحيطة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معتمدة للخارج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قبل الاستخدام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أسلاكًا 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المياه والرطوبة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تمررها في الحركة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تمددها تحت السجاد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افصلها بعد الاستخدام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التمديد المؤقت يجب ألا يتحول إلى حل دائم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والمياه في الأماكن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اجتماعهما يزيد خطر الصعق الكهربائي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الأجهزة بأيدٍ مبللة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تشغّلها أثناء هطول الأمطار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المقابس بعيدة عن المياه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التمديدات قرب الري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تجهيزات مناسبة للخارج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عند البلل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مختصًا عند وجود خطر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التيار في حالات الشك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والكهرباء لا يجتمعان في بيئة آمنة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الأجهزة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الزراعة، الإضاءة، المضخات، أجهزة التخييم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تعليمات الشركة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استخدمها في موقعها فقط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الداخلية في الخارج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الجهاز قبل التشغيل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دون متابعة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افصلها بعد الاستخدام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جهاز كهربائي له بيئة استخدام مناسبة يجب الالتزام بها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الحدائق والمزارع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أنظمة ري ومعدات كهربائية ومواقع عمل خارجية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التمديدات عن الري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على أرض مبللة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الكهرباء قبل الصيانة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أسلاكًا في المسارات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مناسبة للبيئة الخارجية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ثبات الإضاءة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 عن أي خلل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 الخارجي الآمن يبدأ بفصل الكهرباء عن مصادر المياه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التخييم والرحلات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مولدات وإضاءة وشواحن وتوصيلات مؤقتة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مصادر كهرباء آمنة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توصيلات قرب الجلوس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الأجهزة عن الخيام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مولدات داخل الخيام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الأجهزة دائمًا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قبل النوم أو المغادرة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بطفاية حريق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خلل فورًا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التوصيلات المؤقتة في المخيمات تحتاج إلى حذر أكبر من المنزل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خطوط الكهرباء والأعمدة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منها قد يشكل خطرًا كبيرًا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خطوط الكهرباء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أي سلك ساقط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ترفع أدوات طويلة قربها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تتسلق الأعمدة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المحولات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سلك ساقط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السلك الساقط خطر حتى يثبت المختصون عكس ذلك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أثناء الأحوال الجوية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الأمطار والرياح تزيد المخاطر الخارجية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عند العواصف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أثناء الأمطار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صناديق مبللة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التوصيلات عن المياه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الأجهزة الخارجية جيدًا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سلك ساقط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الأحوال الجوية قد تحول التوصيلات الآمنة إلى 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في الأماكن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ينجذبون للأسلاك والأجهزة دون إدراك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الصغار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ينجذبون للأسلاك والأجهزة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في الحدائق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لمس التمديدات والمقابس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اللعب قرب المسابح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تجمّع المياه والكهرباء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في المزارع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معدات كهربائية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في الرحلات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ومولدات مؤقتة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في الأعياد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الزينة الخارجية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الحماية تبدأ بإبعاد مصدر الخطر عن الطفل، وليس بالاكتفاء بالتحذير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ملاحظة خطر كهربائي خارجي؟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الاقتراب أو محاولة الإصلاح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الأسلاك التالفة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الآخرين عن الموقع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الإصلاح بنفسك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الجهة المختصة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تدخل المختصين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وثّق الموقع بأمان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تبدأ بعدم الاقتراب من الخطر الكهربائي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خاصة في الكهرباء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المواقف تستدعي حذرًا إضافيًا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الزينة في الأعياد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كاميرات المراقبة الخارجية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التدفئة الخارجية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مكيفات الفناء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البوابات الكهربائية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أنظمة الري الذكية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أحواض السباحة والحدائق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تركيب كهربائي خارجي يحتاج إلى صيانة وفحص دوري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والإبلاغ عن خطر كهربائي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يسرّع وصول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سلك كهربائي ساقط في منطقة مفتوحة بجانب الحديقة، وأبعدت الأشخاص"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الموقع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نوع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المصابين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السلامة الكهربائية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تمديدات للخارج فقط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الأسلاك قبل التشغيل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الكهرباء بعيدة عن الماء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بعد الاستخدام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الأسلاك التالفة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المختصين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أجهزة داخلية للخارج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الأجهزة بأيدٍ مبللة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تمرر الأسلاك في الحركة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أثناء الأمطار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الأسلاك الساقطة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الإصلاح بنفسك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التمديدات دون متابعة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توصيلة كهربائية قرب تجمع مياه في الحديقة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الموقع، وأبلغ المسؤول أو المختص لإزالة الخطر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سقط سلك كهربائي في منطقة خارجية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منه، أبعد الآخرين، وأبلغ الجهة المختصة فورًا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يريد استخدام جهاز داخلي في الحديقة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يتم استخدامه، يجب اختيار جهاز مخصص للخارج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بدأت الأمطار أثناء تشغيل أجهزة خارجية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بأمان، وابتعد عن التوصيلات المبللة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جهاز داخلي في الخارج؟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 أجهزة مخصصة للاستخدام الخارجي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رأيت سلكًا كهربائيًا ساقطًا؟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عنه، وأبعد الآخرين، وأبلغ الجهة المختصة فورًا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إبعاد التوصيلات عن الماء؟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خطر الصعق الكهربائي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الأجهزة الخارجية أثناء الأمطار؟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الرطوبة والماء يزيدان خطر الكهرباء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ملاحظة تمديد كهربائي تالف؟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أتوقف عن استخدامه وأبلغ المختص أو المسؤول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الخارجية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للخارج • بعيدًا عن الماء • لا أمطار • لا أسلاك ساقطة • افصل بعد الاستخدام •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"الاستخدام الآمن للكهرباء في الأماكن الخارجية يحمي الأرواح والممتلكات"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F.8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1416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الكهربائية الخارجية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2026-05-14T23:02:29Z</dcterms:modified>
</cp:coreProperties>
</file>