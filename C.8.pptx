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4" d="100"/>
          <a:sy n="44" d="100"/>
        </p:scale>
        <p:origin x="86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6101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9.png"/><Relationship Id="rId5" Type="http://schemas.openxmlformats.org/officeDocument/2006/relationships/image" Target="../media/image25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26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24.png"/><Relationship Id="rId5" Type="http://schemas.openxmlformats.org/officeDocument/2006/relationships/image" Target="../media/image3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3.png"/><Relationship Id="rId5" Type="http://schemas.openxmlformats.org/officeDocument/2006/relationships/image" Target="../media/image39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17.png"/><Relationship Id="rId5" Type="http://schemas.openxmlformats.org/officeDocument/2006/relationships/image" Target="../media/image42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7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المزارع وحماية الثروة الزراعية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بيئة زراعية آمنة… وإنتاج مستدام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005840" y="52578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"السلامة في المزارع مسؤولية مشتركة تحمي العاملين والزوار والممتلكات والثروة الزراعية"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في المزارع؟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المعدات والمواد الكيميائية والكهرباء تحتاج إلى إجراءات وقائية واضحة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العاملين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والزوار من الإصابات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المخازن والحقول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المحاصيل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والمعدات والممتلكات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المخاطر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المبيدات والكيماويات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آمن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للمعدات الزراعية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البيئة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والثروة الزراعية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المزرعة الآمنة تساعد على استمرارية الإنتاج وتقليل الخسائر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في المزارع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مصادر الخطر تساعد على الوقاية قبل وقوع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حرائق الأعشاب الجافة والمخازن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المعدات والآلات الزراعية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التعرض للمبيدات والمواد الكيميائية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الصعق الكهربائي قرب أنظمة الري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في المناطق غير المستوية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الإجهاد الحراري في العمل الخارجي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لدغات الحشرات والزواحف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الوقود والأسمدة بطريقة غير آمنة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المخاطر متعددة في المزرعة، والوقاية تبدأ من معرفتها مسبقًا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 في المزارع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الأعشاب الجافة والوقود يزيدان احتمالية نشوب الحرائق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أزل الأعشاب والمخلفات الجافة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تشعل النار قرب المحاصيل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الوقود بعيدًا عن الحرارة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ترمِ أعقاب السجائر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طفايات حريق 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المعدات الساخنة عن الجاف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فورًا عن دخان أو حريق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صغير في مزرعة قد ينتشر بسرعة عند وجود مواد جافة ورياح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الآمن في المزارع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غير المنظم قد يؤدي إلى حرائق وتسمم وإصابات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الوقود في عبوات 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الكيماويات عن الأعلاف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المبيدات في مكان مهوّى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المواد القابلة للاشتعال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رتّب الأدوات بعيدًا عن الممرات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المخازن نظيفة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لوحات تحذيرية واضحة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المخزن المنظم يقلل المخاطر ويحافظ على الثروة الزراعية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المعدات الزراعية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المعدة آمنة فقط عند استخدامها بالطريقة الصحيحة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أي معدة دون تدريب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تعليمات التشغيل قبل البدء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المعدة قبل التشغيل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الأجزاء المتحركة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المعدة قبل الصيانة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معدات الحماية الشخصية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مناطق التشغيل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عطل أو صوت غريب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المعدة الزراعية ليست آمنة إلا عند استخدامها بالطريقة الصحيحة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وأنظمة الري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الكهرباء قرب الماء يزيد مخاطر الصعق الكهربائي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الكهرباء بيد مبللة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التمديدات عن الماء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المضخات دوريًا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التمديدات التالفة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الأعطال بنفسك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استعن بمختصين للصيانة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عند رائحة احتراق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والكهرباء في المزارع يحتاجان إلى رقابة وصيانة مستمرة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المبيدات والمواد الكيميائية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المادة الآمنة هي التي تُستخدم وفق التعليمات فقط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ملصق المادة قبل الاستعمال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معدات الحماية الشخصية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المواد عشوائيًا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 بوجود أطفال أو زوار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تخزّنها في عبوات طعام أو شراب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يديك جيدًا بعد التعامل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فورًا عن أي انسكاب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المبيدات والكيماويات تحتاج إلى تعامل دقيق وفق التعليمات والإجراءات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العاملين من الإجهاد الحراري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 تحت الشمس ودرجات الحرارة المرتفعة يحتاج إلى وقاية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بانتظام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خذ راحات في الظل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العمل وقت الذروة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ملابس خفيفة مناسبة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غطاء للرأس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التعب والدوار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الأعراض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الراحة والترطيب جزء أساسي من سلامة العمل الزراعي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والزوار داخل المزرعة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المزرعة ليست مكانًا آمنًا للأطفال دون إشراف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دون مراقبة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أبعدهم عن المعدات الزراعية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دخولهم المخازن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أبعدهم عن الآبار وقنوات الري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يقتربوا من الحيوانات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وضّح حدود الحركة الآمنة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لوحات تحذيرية واضحة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الرقابة المستمرة تحمي الأطفال والزوار من المخاطر غير المتوقعة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الحيوانات والحشرات والزواحف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الانتباه للبيئة المحيطة يقلل مخاطر اللدغات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الحيوانات دون إشراف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الأعشاش والجحور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حذاءً مناسبًا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أماكن الجلوس قبل استخدامها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نظافة الموقع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عند ملاحظة زاحف 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اللدغات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الانتباه للبيئة المحيطة يقلل مخاطر اللدغات والإصابات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الثروة الزراعية من المخاطر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الاكتشاف المبكر للمخاطر يحافظ على المحاصيل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نظافة المزرعة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المحاصيل بانتظام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المبيدات وفق التعليمات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احمِ مصادر المياه من التلوث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الأسمدة بطريقة آمنة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صِن أنظمة الري دوريًا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مرض أو 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الاكتشاف المبكر للمخاطر يحافظ على المحاصيل ويقلل الخسائر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طارئ في المزرعة؟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الدقيق والتصرف الهادئ يساعدان على سرعة الاستجابة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سريعة عند الطارئ: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8328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2900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إن لزم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39496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4068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المسؤول فورًا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40664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5236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41832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6404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تتعامل مع الكهرباء بنفسك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الموقع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 المزرعة بدقة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999 من مكان آمن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الدقيق والتصرف الهادئ يساعدان على سرعة الاستجابة</a:t>
            </a:r>
            <a:endParaRPr lang="ar-AE" sz="1200" dirty="0"/>
          </a:p>
        </p:txBody>
      </p:sp>
      <p:sp>
        <p:nvSpPr>
          <p:cNvPr id="42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المزارع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المعدات بعد تدريب مناسب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الوقود والكيماويات بأمان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نظافة المخازن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الأطفال بعيدًا عن الخطر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معدات إطفاء وإسعافات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الطقس ودرجات الحرارة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فورًا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تشعل النار قرب المحاصيل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معدات تالفة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الكيماويات عشوائيًا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الكهرباء بيد مبللة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دون إشراف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تخزّن الكيماويات في عبوات طعام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أي خلل أو خطر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قرب مخزن الأعلاف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الموقع، أبلغ المسؤول فورًا، واتصل 999 إن كان الخطر مباشرًا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يقترب من مضخة مياه كهربائية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فورًا وأبلغ المسؤول للتأكد من سلامة الموقع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انسكبت مادة كيميائية في المخزن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تلمسها، ابتعد عن الموقع، وأبلغ المسؤول أو المختص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عامل يشعر بدوار أثناء العمل تحت الشمس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إلى الظل، وفّر له الماء إن كان واعيًا، واطلب المساعدة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إبعاد الوقود عن مصادر الحرارة؟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 قابل للاشتعال وقد يسبب حريقًا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معدات زراعية دون تدريب؟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استخدامها بعد تدريب ومعرفة بالتعليمات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ملاحظة تمديدات تالفة قرب الري؟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عنها وأبلغ المختص أو المسؤول فورًا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نخزّن المبيدات في عبوات طعام؟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لتجنب التسمم أو الاستخدام الخاطئ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إجراء لحماية الثروة الزراعية؟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المتابعة المستمرة والتخزين الآمن والإبلاغ المبكر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المزارع وحماية الثروة الزراعية مسؤولية الجميع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نظّم • استخدم بأمان • خزّن بحذر • راقب الأطفال • عند الطوارئ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"مزرعة آمنة تعني أفرادًا أكثر سلامة وثروة زراعية أكثر استدامة"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C.8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1401</Words>
  <Application>Microsoft Office PowerPoint</Application>
  <PresentationFormat>شاشة عريضة</PresentationFormat>
  <Paragraphs>321</Paragraphs>
  <Slides>17</Slides>
  <Notes>17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17</vt:i4>
      </vt:variant>
    </vt:vector>
  </HeadingPairs>
  <TitlesOfParts>
    <vt:vector size="21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المزارع وحماية الثروة الزراعية</dc:title>
  <dc:subject>PptxGenJS Presentation</dc:subject>
  <dc:creator>هيئة أبوظبي للدفاع المدني</dc:creator>
  <cp:lastModifiedBy>Lenovo</cp:lastModifiedBy>
  <cp:revision>1</cp:revision>
  <dcterms:created xsi:type="dcterms:W3CDTF">2026-05-06T23:18:21Z</dcterms:created>
  <dcterms:modified xsi:type="dcterms:W3CDTF">2026-05-06T23:44:14Z</dcterms:modified>
</cp:coreProperties>
</file>