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22999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13.png"/><Relationship Id="rId5" Type="http://schemas.openxmlformats.org/officeDocument/2006/relationships/image" Target="../media/image19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7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4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.png"/><Relationship Id="rId5" Type="http://schemas.openxmlformats.org/officeDocument/2006/relationships/image" Target="../media/image36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4.png"/><Relationship Id="rId5" Type="http://schemas.openxmlformats.org/officeDocument/2006/relationships/image" Target="../media/image39.png"/><Relationship Id="rId10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4.png"/><Relationship Id="rId5" Type="http://schemas.openxmlformats.org/officeDocument/2006/relationships/image" Target="../media/image19.png"/><Relationship Id="rId10" Type="http://schemas.openxmlformats.org/officeDocument/2006/relationships/image" Target="../media/image43.png"/><Relationship Id="rId4" Type="http://schemas.openxmlformats.org/officeDocument/2006/relationships/image" Target="../media/image2.png"/><Relationship Id="rId9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4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12.png"/><Relationship Id="rId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.png"/><Relationship Id="rId7" Type="http://schemas.openxmlformats.org/officeDocument/2006/relationships/image" Target="../media/image4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2.png"/><Relationship Id="rId5" Type="http://schemas.openxmlformats.org/officeDocument/2006/relationships/image" Target="../media/image35.png"/><Relationship Id="rId10" Type="http://schemas.openxmlformats.org/officeDocument/2006/relationships/image" Target="../media/image47.png"/><Relationship Id="rId4" Type="http://schemas.openxmlformats.org/officeDocument/2006/relationships/image" Target="../media/image2.png"/><Relationship Id="rId9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4.png"/><Relationship Id="rId5" Type="http://schemas.openxmlformats.org/officeDocument/2006/relationships/image" Target="../media/image27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4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49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من الإجهاد الحراري وضربات الشمس</a:t>
            </a:r>
            <a:endParaRPr lang="en-US" sz="30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للحجاج والمعتمرين — وقاية وتصرف صحيح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"الوقاية من الحرارة أسهل وأسرع من التعامل مع مضاعفاتها"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بالإجهاد الحراري؟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زحام ومشي طويل وحرارة شديدة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صحة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الحجاج والمعتمرين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حالات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الإغماء والتعب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تطور الحالة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ضربة شمس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مساعدة كبار السن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والأمراض المزمنة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استعداد وسلامة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المناسك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استجابة سريعة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الخطر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الحرارة أسهل وأسرع من التعامل مع مضاعفاتها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هو الإجهاد الحراري؟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تعب الجسم بسبب الحرارة وفقدان السوائل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المشي الطويل بالشمس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الزحام الشديد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قلة شرب الماء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ملابس غير مناسبة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مجهود دون راحة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علامات التعب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الإجهاد الحراري قد يتطور إذا لم يتم التعامل معه مبكرًا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هي ضربة الشمس؟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أكثر خطورة من الإجهاد الحراري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ارتفاع شديد بحرارة الجسم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اضطراب أو ارتباك واضح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وعي أو ضعف استجابة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صداع شديد ودوخة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التعرق وسخونة الجلد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تشنجات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تدهور سريع — اتصل بـ 999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 عاجل: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 وابدأ بتبريد المصاب بطريقة آمنة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الفئات الأكثر عرضة للمخاطر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تحتاج إلى عناية ووقاية إضافية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الأمراض المزمنة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متناولو أدوية معينة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مجهود طويل دون راحة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لا يشربون كفاية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مرافقة هذه الفئات ومتابعتهم باستمرار جزء أساسي من السلامة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الإجهاد الحراري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اكتشف الحالة قبل تدهورها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تعب وضعف عام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دوخة أو صداع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غثيان وعدم ارتياح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تعرق شديد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تشنجات عضلية خفيفة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عطش شديد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سرعة النبض والتنفس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انقله لمكان مظلل، أعطه راحة، وماء إن كان واعيًا قادرًا على البلع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الخطر التي تستدعي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الوعي أو ضعف الاستجابة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ارتباك شديد أو تصرف غير طبيعي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التنفس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حرارة شديدة في الجسم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تشنجات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تحسن بعد الراحة والتبريد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أعراض على الفئات المعرضة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تنتظر تدهور الحالة — عند العلامات الخطيرة اتصل فورًا بـ 999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شرب الماء والوقاية من الجفاف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أهم خطوات الوقاية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اشرب قبل العطش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احمل عبوة ماء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تهمل بسبب الزحام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كبار السن والأطفال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خذ راحة عند التعب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العطش الشديد قد يكون علامة على أن الجسم يحتاج إلى سوائل عاجلة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الملابس المناسبة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تساعد الجسم على التخفيف من الحرارة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ملابس خفيفة مناسبة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أقمشة تسمح بالتهوية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مظلة أو غطاء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الثقيلة والضيقة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أحذية مريحة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الراحة والتهوية الجيدة تقللان الإجهاد أثناء التنقل وأداء المناسك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التعرض المباشر للشمس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احتمالية الإجهاد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الأماكن المظللة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قلل الوقوف بالشمس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فترات راحة متكررة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الزحام الشديد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وسائل تبريد آمنة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الفئات المعرضة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الانتقال إلى الظل عند الشعور بالتعب خطوة وقائية وليست تأخيرًا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التخطيط قبل التنقل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يقلل التعب ويزيد الأمان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المسار مسبقًا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نقاط الراحة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تتحرك وحدك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احمل الماء والأدوية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أخبر المرافقين بأي مرض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تحمل ثقيلًا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التنقل العشوائي بالزحام والحرارة يصعّب طلب المساعدة عند الحاجة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المرافقين والمجموعات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ملاحظة مبكرة لعلامات التعب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كبار السن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تذكير بشرب الماء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فترات الراحة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متعبًا وحده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طلب المساعدة عند الخطر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تجمع واضحة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أثناء الحج والعمرة مسؤولية جماعية، وليست فردية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علامات الإجهاد الحراري؟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مبكر يمنع التطور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المجهود فورًا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انقله لمكان مظلل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على الجلوس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خفف الملابس الثقيلة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ماء فقط للواعي القادر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تبريد آمن وكمادات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الخطورة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تعطِ الماء لشخص فاقد الوعي أو غير قادر على البلع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الاشتباه بضربة الشمس؟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حالة طارئة — مساعدة فورية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انقله للظل إن كان آمنًا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ابدأ تبريد الجسم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تهوية وكمادات باردة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أو شراب لغير الواعي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 والاستجابة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معه حتى المختصين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ضربة الشمس لا تحتمل الانتظار — طلب المساعدة يجب أن يكون فوريًا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أخطاء يجب تجنبها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تزيد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الدوخة والتعب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مواصلة المشي بأعراض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المصاب وحده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ماء لشخص فاقد الوعي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تأخير الاتصال بـ 999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تعريضه للشمس بالانتظار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التجمهر ومنع التهوية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الخطأ الأكبر هو اعتبار الأعراض الشديدة مجرد تعب عادي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أثناء الزحام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 وتنظيم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تحرك بهدوء بلا تدافع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مزاحمة بالمداخل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المسارات المخصصة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للراحة عند التعب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كبار السن والأطفال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المنظمين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مبكرًا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في الزحام يحميك من الإجهاد والإصابات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حقيبة صغيرة للاستعداد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تجهيزات بسيطة للوقاية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عبوة ماء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مظلة للشمس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شخصية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بطاقة معلومات صحية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أرقام التواصل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وسيلة تبريد بسيطة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تحمل أغراضًا كثيرة أو ثقيلة — الحمل الزائد يزيد الإجهاد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الإجهاد الحراري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اشرب الماء بانتظام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الظل بالانتظار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فترات راحة متكررة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الفئات المعرضة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ملابس مناسبة للطقس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الخطر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ضربة الشمس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تواصل المشي بدوخة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شمس طويلة بلا راحة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متعبًا وحده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لفاقد الوعي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تجمهر حول المصاب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تأخر الاتصال بالطوارئ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تحمل ثقيلًا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 يشعر بدوخة وتعب شديد بالحرارة أثناء المشي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أوقفه عن المشي، انقله للظل، أرحه، وأعطه ماء إن كان واعيًا قادرًا على البلع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كبير سن بدا عليه ارتباك وسخونة واضحة بالجسم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فورًا بـ 999، انقله للظل إن أمكن، وابدأ التبريد حتى المختصين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يشعر بعطش شديد وتعب بعد الوقوف بالشمس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ابعده عن الشمس، أعطه ماء، أرحه في مكان بارد، وراقب حالته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فاقد الوعي وأحدهم يريد إعطاءه ماء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 إعطاءه الماء، اتصل بـ 999، وراقب التنفس حتى وصول المختصين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أول تصرف عند دوخة وتعب شديد بسبب الحرارة؟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إيقاف المجهود، الانتقال لمكان مظلل، الراحة وشرب الماء إن كان واعيًا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يجب الاتصال بـ 999؟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فقدان الوعي، الارتباك، الحرارة الشديدة، أو الاشتباه بضربة شمس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إعطاء الماء لشخص فاقد الوعي؟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لا يُعطى الماء لشخص فاقد الوعي أو غير قادر على البلع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كيف نقلل خطر الإجهاد الحراري بالمناسك؟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بشرب الماء بانتظام، فترات راحة، استخدام الظل، وتجنب المجهود الزائد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الوعي والاستعداد وعدم تجاهل علامات الحرارة يحمي الحاج والمعتمر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اشرب قبل العطش • لا تتجاهل الدوخة • استخدم الظل • اتصل بـ 999 عند الخطر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"سلامة الحاج والمعتمر تبدأ بالوعي، والاستعداد، وعدم تجاهل علامات الحرارة"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H.1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1515</Words>
  <Application>Microsoft Office PowerPoint</Application>
  <PresentationFormat>شاشة عريضة</PresentationFormat>
  <Paragraphs>373</Paragraphs>
  <Slides>21</Slides>
  <Notes>21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21</vt:i4>
      </vt:variant>
    </vt:vector>
  </HeadingPairs>
  <TitlesOfParts>
    <vt:vector size="25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من الإجهاد الحراري وضربات الشمس</dc:title>
  <dc:subject>PptxGenJS Presentation</dc:subject>
  <dc:creator>هيئة أبوظبي للدفاع المدني</dc:creator>
  <cp:lastModifiedBy>Lenovo</cp:lastModifiedBy>
  <cp:revision>1</cp:revision>
  <dcterms:created xsi:type="dcterms:W3CDTF">2026-05-08T21:41:18Z</dcterms:created>
  <dcterms:modified xsi:type="dcterms:W3CDTF">2026-05-08T22:00:34Z</dcterms:modified>
</cp:coreProperties>
</file>