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64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.png"/><Relationship Id="rId5" Type="http://schemas.openxmlformats.org/officeDocument/2006/relationships/image" Target="../media/image36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1.png"/><Relationship Id="rId5" Type="http://schemas.openxmlformats.org/officeDocument/2006/relationships/image" Target="../media/image37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57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12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جهاز مزيل الرجفان AED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إسعافي يقود المستخدم خطوة بخطوة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"جهاز مصمم لمساعدة الأشخاص في حالات توقف القلب المفاجئ، يعمل بإرشادات صوتية أو مرئية إلى حين وصول المختصين"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بجهاز AED؟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الوقت عامل مهم في حالات توقف القلب المفاجئ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الحالات الحرجة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صوتية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تقود المستخدم بدقة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متوفر في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المرافق العامة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يدعم CPR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ضمن الاستجابة الأولية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المجتمع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للتعامل مع الأزمات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المصاب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وصول المختصين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AED لا يكفي وحده — الأهم معرفة مكانه وطلب المساعدة واتباع تعليماته بدقة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هو جهاز AED؟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إلكتروني آلي يحلل نظم القلب ويوجه المستخدم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صوتية أو مرئية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يساعد خطوة بخطوة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يحلل حالة القلب آليًا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صدمة إلا بتوصية الجهاز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يُستخدم مع CPR عند الحاجة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مصمم ليكون واضحًا وسهلًا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العرض توعوي ولا يغني عن التدريب العملي المعتمد على CPR وAED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نستخدم AED؟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التصرف الفوري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الشخص لا يستجيب للمناداة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يتنفس بشكل طبيعي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تنفس غير طبيعي يشبه اللهاث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مفاجئ وفقدان استجابة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حركة أو استجابة واضحة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الاقتراب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AED مع الاتصال بـ 999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المكان، اتصل بـ 999، واطلب إحضار AED إذا توفر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 قبل استخدام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مياه حول المصاب أو الجهاز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قريبة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سقوط أو تزاحم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 أو وقود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في موقع غير آمن، ولا تعرّض نفسك أو الآخرين للخطر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التصرف الأولي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بترتيب واضح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استجابة المصاب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 قريب إحضار AED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CPR إن لزم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AED عند وصوله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الصوتية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لم تكن مدربًا، اتبع تعليمات موظف الطوارئ وتعليمات الجهاز خطوة بخطوة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جهاز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الجهاز فورًا واتبع تعليماته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زر التشغيل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بتركيز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تعليمات الجهاز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الهدوء والابتعاد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الجهاز مصمم ليقود المستخدم خطوة بخطوة — أهم إجراء هو تشغيله واتباع تعليماته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المصاب لاستخدام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منطقة الصدر حسب تعليمات الجهاز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على سطح ثابت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اكشف منطقة الصدر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 الصدر جاف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أقطاب فوق الملابس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مياه حول المصاب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 قبل البدء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 أو CPR بسبب البحث عن الكمال في التجهيز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أقطاب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اللواصق توضع على الصدر ليتمكن الجهاز من التحليل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عبوة الأقطاب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الأقطاب حسب الرسوم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التصاقها جيدًا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سطح اللاصق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أقطاب الأطفال إن توفرت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الجهاز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الرسوم والإرشادات الموجودة على الأقطاب — مصممة لتوضيح الوضع الصحيح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تحليل الجهاز للحالة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المصاب أثناء التحليل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83696" y="269290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283696" y="2692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260604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المصاب أثناء التحليل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283696" y="333298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283696" y="3332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324612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 الجميع عدم اللمس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388620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283696" y="397306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283696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388620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تعليمات الجهاز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283696" y="461314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283696" y="4613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94360" y="452628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تضغط أزرارًا عشوائية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7200" y="516636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283696" y="525322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11283696" y="5253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94360" y="516636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أثناء التحليل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لمس المصاب أثناء التحليل قد يؤثر على عمل الجهاز أو يعرقل الإجراء</a:t>
            </a:r>
            <a:endParaRPr lang="ar-AE" sz="1200" dirty="0"/>
          </a:p>
        </p:txBody>
      </p:sp>
      <p:sp>
        <p:nvSpPr>
          <p:cNvPr id="32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توصية الجهاز بالصدمة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ابتعاد الجميع قبل التنفيذ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 بصوت واضح: ابتعدوا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بصريًا أن لا أحد يلمسه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الجهاز بدقة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تضغط زر الصدمة دون أمر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الصدمة اتبع تعليمات CPR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تعليمات الجهاز التالية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يقرر المستخدم إعطاء الصدمة من نفسه — القرار حسب تحليل وتعليمات الجهاز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لم يوصِ الجهاز بالصدمة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وجود صدمة لا يعني أن الحالة بسيطة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صدمة دون توصية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الجهاز التالية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في CPR إن طُلب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استجابة المصاب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تفصل الأقطاب دون توجيه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الاستمرار في طلب المساعدة واتباع التعليمات حتى وصول المختصين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العلاقة بين AED وCPR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مهارتان متكاملتان في الاستجابة الأولية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CE7F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تدفق الدم مؤقتًا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ضغطات صدرية منتظمة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دون سبب 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DCE7F5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AED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تحليل نظم القلب •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يوجه متى تبتعد ومتى تستمر •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يصدر صدمة عند الحاجة 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وAED يكملان بعضهما في الاستجابة الأولية لحالات توقف القلب المفاجئ</a:t>
            </a:r>
            <a:endParaRPr lang="ar-AE" sz="1200" dirty="0"/>
          </a:p>
        </p:txBody>
      </p:sp>
      <p:sp>
        <p:nvSpPr>
          <p:cNvPr id="28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29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AED للأطفال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خاص واتباع تعليمات الجهاز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أقطاب الأطفال إن توفرت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الرسومات والتعليمات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999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 ما لم تتدرب عليه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الأطفال يحتاج تدريبًا عمليًا معتمدًا — اطلب المساعدة فورًا عبر 999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AED في الأماكن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موقع الجهاز قبل حدوث الطارئ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المراكز التجارية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المطارات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المدارس والجامعات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المنشآت الرياضية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الفنادق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العمل الكبيرة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المرافق العامة المزدحمة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موقع جهاز AED قبل حدوث الطارئ يختصر وقت الاستجابة عند الحاجة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يقلل الفوضى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AED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يتبع تعليمات الجهاز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يقدم معلومات للمختصين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يقلل الفوضى ويساعد في الاستجابة السريعة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تؤخر الاستجابة أو تعرض الموجودين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الاتصال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الجهاز في مكان خطر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لمس المصاب أثناء التحليل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لمسه أثناء تنفيذ الصدمة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زر الصدمة دون توجيه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فصل الأقطاب دون سبب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أو التصوير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تعليمات الجهاز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AED يعتمد على الهدوء واتباع التعليمات وعدم الاجتهاد العشوائي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العناية بجهاز AED في المنشآت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الجهاز يجب أن يكون جاهزًا للاستخدام في أي وقت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واضح وسهل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تغلقه في مكان صعب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إرشادية لمكانه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جاهزية دوري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الأقطاب والبطارية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موظفين على CPR وAED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 دون توثيق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الجهاز غير الجاهز أو غير المعروف مكانه قد لا يفيد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وصول فرق الاستجابة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أفسح المجال وقدّم المعلومات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إن طلبوا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أخبرهم بما حدث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تم الاتصال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نُفّذ CPR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استُخدم AED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أوصى بصدمة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تعليماتهم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وصول المختصين، يصبح دور الموجودين دعم التنظيم وتوفير المعلومات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استخدام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جهاز AED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الجهاز واتبع تعليماته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أثناء التحليل والصدمة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تعلّم CPR وAED من جهة معتمدة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في مكان خطر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المصاب أثناء التحليل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تضغط زر الصدمة دون توجيه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تفصل الأقطاب دون توجيه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المصاب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الحالة أو تنشرها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في مركز تجاري سقط ولا يستجيب ولا يتنفس طبيعيًا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المكان، اتصل بـ 999، اطلب AED، واتبع تعليمات الجهاز وموظف الطوارئ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 جهاز AED لكنك غير مدرب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الجهاز واتبع التعليمات الصوتية، وابقَ على اتصال بـ 999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بدأ الجهاز التحليل وأحدهم يلمس المصاب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الجميع فورًا، ولا تسمح بلمسه أثناء التحليل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الجهاز أوصى بصدمة والناس قريبون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الجميع، تأكد بصريًا من الابتعاد، ثم اتبع تعليمات الجهاز بدقة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وجود شخص غير مستجيب ولا يتنفس طبيعيًا؟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المكان، الاتصال بـ 999، وطلب إحضار جهاز AED إذا توفر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لمس المصاب أثناء تحليل جهاز AED؟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أن يبتعد الجميع عن المصاب أثناء تحليل الجهاز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يعطي المستخدم الصدمة من نفسه؟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تُعطى الصدمة فقط إذا أوصى الجهاز بذلك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يغني AED عن تعلم CPR؟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الجهاز مهم لكنه لا يغني عن التدريب العملي على CPR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AED أداة فاعلة عند معرفة مكانه واتباع تعليماته بدقة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• شغّل الجهاز • ابتعد أثناء التحليل والصدمة • اتبع التعليمات بدقة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"معرفة استخدام AED قد تجعل منك سببًا في إنقاذ حياة"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Microsoft Office PowerPoint</Application>
  <PresentationFormat>شاشة عريضة</PresentationFormat>
  <Paragraphs>405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استخدام جهاز مزيل الرجفان AED</dc:title>
  <dc:subject>PptxGenJS Presentation</dc:subject>
  <dc:creator>هيئة أبوظبي للدفاع المدني</dc:creator>
  <cp:lastModifiedBy>Lenovo</cp:lastModifiedBy>
  <cp:revision>1</cp:revision>
  <dcterms:created xsi:type="dcterms:W3CDTF">2026-05-07T18:57:38Z</dcterms:created>
  <dcterms:modified xsi:type="dcterms:W3CDTF">2026-05-08T00:21:55Z</dcterms:modified>
</cp:coreProperties>
</file>