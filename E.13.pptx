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02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.png"/><Relationship Id="rId5" Type="http://schemas.openxmlformats.org/officeDocument/2006/relationships/image" Target="../media/image39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.png"/><Relationship Id="rId5" Type="http://schemas.openxmlformats.org/officeDocument/2006/relationships/image" Target="../media/image25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44.png"/><Relationship Id="rId5" Type="http://schemas.openxmlformats.org/officeDocument/2006/relationships/image" Target="../media/image27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6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41.png"/><Relationship Id="rId5" Type="http://schemas.openxmlformats.org/officeDocument/2006/relationships/image" Target="../media/image54.png"/><Relationship Id="rId10" Type="http://schemas.openxmlformats.org/officeDocument/2006/relationships/image" Target="../media/image57.png"/><Relationship Id="rId4" Type="http://schemas.openxmlformats.org/officeDocument/2006/relationships/image" Target="../media/image2.png"/><Relationship Id="rId9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.png"/><Relationship Id="rId5" Type="http://schemas.openxmlformats.org/officeDocument/2006/relationships/image" Target="../media/image41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التسمم والتسمم الغذائي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المصاب، إيقاف التعرض، وطلب المساعدة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"التعامل يحتاج هدوءًا، وعدم القيام بتصرفات عشوائية، وطلب المساعدة عند علامات الخطورة"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بالتسمم؟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يحدث في المنزل أو العمل أو الرحلات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مبكر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العلامات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التعرض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للمادة الضارة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الأخطاء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كإجبار التقيؤ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المواد الخطرة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بسرعة عند الخطر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الوقاية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التسمم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الاشتباه بالتسمم، لا تنتظر ظهور كل الأعراض، واتصل بـ 999 عند الخطر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بالتسمم؟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الجسم بمادة ضارة عبر طرق مختلفة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ابتلاع مواد أو أدوية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طعام ملوث أو فاسد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استنشاق غازات أو أبخرة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ملامسة الجلد أو العين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غير معروفة المصدر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التشخيص — دورك تأمين المكان وطلب المساعدة وإعطاء المعلومات للمختصين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التسمم الشائعة في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قد تكون خطرة عند سوء الاستخدام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التنظيف المركزة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المبيدات الكيميائية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تستخدم بطريقة خاطئة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مستحضرات بروائح قوية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أغذية فاسدة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أبخرة من خلط المواد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وقود ومواد قابلة للاشتعال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المواد الخطرة في عبواتها الأصلية وبعيدًا عن متناول الأطفال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التسمم الغذائي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أسباب محتملة لتلوث الطعام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بدرجة غير مناسبة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الطعام خارج التبريد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طهي غير كافٍ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تلوث أثناء التحضير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غير نظيفة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طعام منتهي الصلاحية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بالنظافة والحفظ الصحيح والتأكد من صلاحية الطعام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التسمم الغذائي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تظهر بعد الأكل بفترة متفاوتة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وتقلصات في البطن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غثيان أو قيء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إسهال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وضعف عام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ارتفاع في الحرارة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جفاف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تدهور لدى الأطفال وكبار السن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شدة الأعراض أو استمرارها أو ظهور علامات الجفاف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التسمم الكيميائي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تكون أكثر خطورة من الغذائي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رائحة كيميائية حول المصاب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تنفس أو سعال شديد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حرقان في الفم أو الحلق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قيء أو غثيان مفاجئ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ارتباك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تهيج في الجلد أو العين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أو ضعف استجابة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المصدر إن كان آمنًا، واتصل فورًا بـ 999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قبل الاقتراب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أبخرة أو روائح قوية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انسكاب مواد كيميائية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حريق أو دخان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غير معروفة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عبوات مفتوحة أو مكسورة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على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المكان غير آمن، ابتعد، ولا تقترب، واتصل فورًا بـ 999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ابتلاع مادة ضارة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التصرفات العشوائية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هادئًا وطمئن المصاب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التقيؤ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دون توجيه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بعبوة المادة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إجبار المصاب على التقيؤ قد يزيد الخطر في بعض الحالات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استنشاق أبخرة أو غازات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سريع في الأماكن المغلقة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مكانًا مليئًا بالأبخرة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للهواء النقي إن أمكن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التهوية إن كان آمنًا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الآخرين عن المكان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أجهزة كهربائية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أولًا — لا تحاول إنقاذ شخص في مكان خطر دون مختصين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ملامسة الجلد لمادة كيميائية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إيقاف التعرض بطريقة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المصدر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واقية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أزل الملابس الملوثة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المنطقة بالماء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مواد للمعالجة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الملصق أو موظف الطوارئ — بعض المواد تحتاج تعاملًا خاصًا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تعرض العين لمادة كيميائية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تحتاج تصرفًا سريعًا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تفرك العين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المصدر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العين بالماء بلطف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قطرات غير موصى بها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بعبوة المادة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العين حساسة جدًا — أي تعرض كيميائي يحتاج إلى تقييم عاجل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يكون التسمم حالة طارئة؟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ظهور هذه العلامات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ابتلاع مادة كيميائية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العين لمادة كيميائية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قيء أو إسهال شديد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شديدة لطفل أو كبير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أو تدهور سريع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الشك، اطلب المساعدة فورًا ولا تنتظر تدهور الحالة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مهمة تُعطى للطوارئ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المختصين في التقييم السريع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الحالة بدقة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عمر المصاب التقريبي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نوع المادة المشتبه بها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التعرض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كمية المادة إن كانت معروفة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الأعراض الظاهرة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واعٍ ويتنفس؟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عبوة بالملصق؟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تعرّض نفسك للخطر للحصول على العبوة — خذها فقط إذا كان آمنًا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التسمم؟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التقيؤ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دون توجيه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أو وصفات شعبية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مواد للمعالجة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المواد دون حماية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مكانًا بالأبخرة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الخاطئ قد يكون أخطر من الانتظار المنظم لوصول المختصين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التسمم الغذائي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والحفظ الصحيح للطعام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غسل اليدين قبل التحضير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غسل الأدوات والأسطح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فصل النيء عن الجاهز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طهي الطعام جيدًا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بدرجة مناسبة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الطعام طويلًا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تخلص من الطعام الفاسد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لتاريخ الصلاحية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الغذاء تبدأ من الشراء والتخزين والتحضير، وليس فقط عند الأكل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التسمم المنزلي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وتنظيم آمن للمواد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احفظها في عبواتها الأصلية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تنقلها لعبوات طعام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بعيدًا عن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مواد التنظيف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العبوات بعد الاستخدام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تعليمات الاستخدام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تخلص من المنتهي بأمان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خزّنها في مكان مرتفع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الطفل قد لا يميز بين العبوة الخطرة وعبوة الشراب — التخزين الآمن ضروري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التسمم في المدارس والعمل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ضوابط واضحة للمواد والأطعمة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تخزين في أماكن 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ملصقات واضحة على العبوات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العبوات غير المعروفة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على تعليمات السلامة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أماكن إعداد الطعام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انسكاب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الطوارئ في أماكن واضحة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المبكر عن المواد الخطرة يمنع إصابات أكبر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الاستجابة وحماية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التهوية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يحضر العبوة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يطمئن المصاب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طريق الإسعاف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يقلل الفوضى ويمنع تعرض أشخاص آخرين للخطر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التسمم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المصدر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باسم المادة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المواد بعيدًا عن الأطفال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التقيؤ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 دون توجيه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أو وصفات شعبية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مواد كيميائية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المواد دون حماية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مكانًا بالأبخرة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ابتلع مادة تنظيف غير معروفة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لا تجبره على التقيؤ، ولا تعطه أي شيء، واحتفظ بالعبوة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تناول طعامًا فاسدًا وأعراض قيء وإسهال شديد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الحالة، امنع الجفاف إن كان واعيًا، واتصل بـ 999 عند شدة الأعراض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انسكبت مادة كيميائية برائحة قوية في العمل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الأشخاص، لا تلمس المادة، هوّ المكان بأمان، وأبلغ واتصل بـ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تعرضت عين شخص لمادة كيميائية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تفرك العين، اغسلها بالماء بلطف إن أمكن، واتصل فورًا بـ 999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إجراء عند الاشتباه بتسمم كيميائي؟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وإبعاد المصاب عن المصدر إن كان آمنًا، ثم الاتصال بـ 999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إجبار المصاب على التقيؤ؟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يجب إجبار المصاب على التقيؤ، ويجب اتباع تعليمات المختصين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نفعل عند التعرض لأبخرة في مكان مغلق؟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دخول المكان إن كان غير آمن، إبعاد الأشخاص، والاتصال بـ 999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نقلل مخاطر التسمم الغذائي؟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بالنظافة والطهي الجيد والحفظ المناسب وعدم تناول الفاسد أو المنتهي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الانتباه وإيقاف التعرض وعدم التصرف العشوائي يحمي المصاب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التقيؤ • لا أدوية شعبية • احفظ المواد عن الأطفال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تبدأ بالتخزين الآمن، والتصرف الصحيح يبدأ بطلب المساعدة في الوقت المناسب"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E.13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Microsoft Office PowerPoint</Application>
  <PresentationFormat>شاشة عريضة</PresentationFormat>
  <Paragraphs>410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التسمم والتسمم الغذائي</dc:title>
  <dc:subject>PptxGenJS Presentation</dc:subject>
  <dc:creator>هيئة أبوظبي للدفاع المدني</dc:creator>
  <cp:lastModifiedBy>Lenovo</cp:lastModifiedBy>
  <cp:revision>1</cp:revision>
  <dcterms:created xsi:type="dcterms:W3CDTF">2026-05-07T23:45:02Z</dcterms:created>
  <dcterms:modified xsi:type="dcterms:W3CDTF">2026-05-08T00:26:37Z</dcterms:modified>
</cp:coreProperties>
</file>