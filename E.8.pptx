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0257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0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39.png"/><Relationship Id="rId5" Type="http://schemas.openxmlformats.org/officeDocument/2006/relationships/image" Target="../media/image36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30.png"/><Relationship Id="rId5" Type="http://schemas.openxmlformats.org/officeDocument/2006/relationships/image" Target="../media/image40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2.png"/><Relationship Id="rId9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4.png"/><Relationship Id="rId5" Type="http://schemas.openxmlformats.org/officeDocument/2006/relationships/image" Target="../media/image38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الحروق الحرارية والكيميائية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سلامة، إيقاف التعرض، وإسعاف آمن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يعتمد على حماية المصاب وإيقاف التعرض لمصدر الخطر وتقديم إسعاف أولي آمن"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بالحروق؟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إصابات تحدث في المنزل والعمل والأماكن العامة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التفاقم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الإصابة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التعرض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لمصدر الخطر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الأخطاء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الشائعة الخاطئة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بسرعة في الخطورة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الوقاية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كل مكان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الأكثر عرضة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الكبيرة أو الكيميائية أو الكهربائية تحتاج إلى مساعدة فورية عبر 999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بالحروق؟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للجلد أو الأنسجة بسبب الحرارة أو المواد أو الكهرباء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حرارية بسبب النار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كيميائية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كهربائية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التعرض الطويل للشمس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السوائل أو الأسطح الساخنة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هذا العرض توعوي ولا يغني عن التدريب العملي أو التقييم الطبي عند الخطورة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الحرارية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لمصدر حرارة مباشر أو غير مباشر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السوائل الساخنة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البخار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اللهب أو النار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الأسطح الساخنة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الزيوت الساخنة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الطبخ والأجهزة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المطبخ ومصادر الحرارة من أكثر الأماكن التي تحتاج إلى انتباه، خاصة مع الأطفال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الكيميائية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ملامسة الجلد أو العين لمادة كيميائية ضارة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التنظيف المركزة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أحماض أو مواد قلوية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المختبرات والورش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إزالة الدهون والمواد الصناعية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غير معروفة المصدر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بحذر، اقرأ تعليمات السلامة، واحفظ المواد بعيدًا عن الأطفال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قبل الاقتراب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نار أو دخان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سطح أو سائل ساخن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مادة كيميائية منسكبة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كهرباء مكشوفة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زجاج أو أدوات حادة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أبخرة أو روائح قوية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المكان غير آمن، ابتعد، ولا تقترب من المصدر، واتصل بـ 999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الخطوة الأولى عند الحروق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المصاب عن مصدر الحرق إن كان آمنًا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المصدر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التعرض لمصدر الخطر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واطلب الهدوء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الإسعاف المناسب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 أثناء محاولة مساعدة المصاب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الحروق الحرارية البسيطة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وإسعاف أولي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مصدر الحرارة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برّد بماء جارٍ فاتر أو بارد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الثلج مباشرة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انزع الإكسسوارات بسهولة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غطِّ بضماد نظيف غير لاصق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الحالة واطلب المساعدة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الزيوت أو المعجون أو المواد الشعبية على الحروق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تكون الحروق الحرارية خطيرة؟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تستوجب الاتصال الفوري بـ 999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كبيرة أو عميقة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الوجه أو اليدين أو القدمين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ناتجة عن حريق ودخان كثيف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مصاحبة لصعوبة التنفس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الأطفال أو كبار السن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ناتجة عن كهرباء أو كيميائية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أو تدهور الحالة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خطورة الحرق، اطلب المساعدة ولا تنتظر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الحروق الكيميائية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التعرض للمادة بسرعة وأمان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ولا تلمس المادة مباشرة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أو حاجزًا واقيًا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أزل الملابس الملوثة بأمان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المنطقة بالماء الجاري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مواد للمعالجة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بعبوة المادة للمختصين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المواد تحتاج تعليمات خاصة — اقرأ الملصق واتبع تعليمات المختصين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الكيميائية في العين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تحتاج تصرفًا سريعًا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تفرك العين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المصدر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اغسل العين بالماء بلطف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قطرات غير موصى بها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بعبوة المادة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العين حساسة جدًا — أي تعرض كيميائي يحتاج إلى تقييم عاجل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تكون خطيرة حتى لو لم تكن الإصابة الظاهرة كبيرة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المصاب وهو متصل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المصدر من مكان آمن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اشتباه إصابة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تتعامل مع التمديدات بنفسك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قد تسبب خطرًا غير ظاهر — اطلب المساعدة دائمًا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الناتجة عن الدخان أو الحريق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الاتصال الفوري بـ 999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سعال شديد بعد الدخان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ضعف شديد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في الوجه أو الفم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في مكان مغلق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كثيف في الموقع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المصاب لمكان آمن إن أمكن، ولا تدخل مكانًا مليئًا بالدخان، واتصل بـ 999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الحروق؟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الضرر أو تؤخر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ثلج مباشرة على الحرق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زيوت أو مواد شعبية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الفقاعات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تنزع ملابس ملتصقة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ضماد لاصق على الحرق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المواد دون حماية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التصرفات الشائعة ليست دائمًا صحيحة — اتبع الإسعاف الآمن واطلب المساعدة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من الحروق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أكثر عرضة بسبب الفضول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المطبخ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أوانٍ بعيدة عن الحافة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مشروبات ساخنة قريبة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مواد التنظيف بعيدًا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الأجهزة الساخنة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الطفل عدم اللمس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الحروق لدى الأطفال تبدأ بالمراقبة وتنظيم البيئة المنزلية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في المطبخ والمنزل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بسيطة تقلل الحروق المنزلية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عازلة للحرارة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الطعام دون متابعة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مقابض للداخل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 من البخار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بعد الاستخدام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كيميائية في عبواتها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مواد التنظيف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خلط مواد التنظيف قد ينتج أبخرة خطرة — التزم بتعليمات الاستخدام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في المدارس والعمل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المختبرات والمطابخ والورش وأماكن الصيانة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 بتعليمات السلامة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وقاية شخصية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ملصقات المواد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في أماكن مخصصة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تسرب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إشراف مختص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وسائل إسعاف وتدريب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 داخل العمل والمدرسة يقلل الإصابات ويعزز ثقافة السلامة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حقيبة الإسعافات الأولية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في التعامل الأولي مع الحروق البسيطة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معقم غير لاصق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نظيفة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مقص آمن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إسعافات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999 مكتوب بوضوح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لا تكفي في الحروق الكبيرة أو الكيميائية أو الكهربائية — اتصل بـ 999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الحروق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المصاب عن المصدر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برّد الحروق الحرارية بالماء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قفازات مع الكيميائية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طمئن المصاب وابقَ معه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الثلج مباشرة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مواد شعبية أو زيوت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تنزع ملابس ملتصقة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المواد دون حماية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تفرك العين بمادة كيميائية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مكانًا مليئًا بالدخان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طلب المساعدة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لمس سطحًا ساخنًا وظهر ألم في الإصابة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المصدر، برّد بالماء الجاري، لا مواد شعبية، وراقب الحالة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انسكبت مادة تنظيف مركزة على يد بالغ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المادة، استخدم حماية، اغسل بالماء بأمان، واتصل بـ 999 عند الخطورة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شخص لدخان كثيف في مكان مغلق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أخرجه لمكان آمن دون تعريض نفسك للخطر، واتصل فورًا بـ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وضع معجونًا أو زيتًا على حرق بسيط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وضّح أن هذه المواد غير مخصصة، أزِل المصدر، واتبع الإسعاف الصحيح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خطوة عند التعامل مع الحروق؟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وإبعاد المصاب عن المصدر إذا كان ذلك آمنًا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وضع الثلج مباشرة على الحرق؟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يستخدم الماء الجاري للحروق الحرارية البسيطة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تعرض العين لمادة كيميائية؟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تفركها، اغسلها بالماء بلطف، واتصل فورًا بـ 999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 عند الحروق؟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الحروق الكبيرة أو الكيميائية أو الكهربائية أو صعوبة التنفس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يبدأ بإبعاد المصاب عن المصدر وتقديم إسعاف آمن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ثلج • لا مواد شعبية • حذر مع الكيميائية والكهربائية • اتصل بـ 999 عند الخطورة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عند الحروق يبدأ بالسلامة وينتهي بطلب المساعدة في الوقت المناسب"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E.8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1686</Words>
  <Application>Microsoft Office PowerPoint</Application>
  <PresentationFormat>شاشة عريضة</PresentationFormat>
  <Paragraphs>395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الحروق الحرارية والكيميائية</dc:title>
  <dc:subject>PptxGenJS Presentation</dc:subject>
  <dc:creator>هيئة أبوظبي للدفاع المدني</dc:creator>
  <cp:lastModifiedBy>Lenovo</cp:lastModifiedBy>
  <cp:revision>1</cp:revision>
  <dcterms:created xsi:type="dcterms:W3CDTF">2026-05-07T20:51:26Z</dcterms:created>
  <dcterms:modified xsi:type="dcterms:W3CDTF">2026-05-08T00:23:39Z</dcterms:modified>
</cp:coreProperties>
</file>