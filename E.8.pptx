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0257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4.png"/><Relationship Id="rId5" Type="http://schemas.openxmlformats.org/officeDocument/2006/relationships/image" Target="../media/image16.png"/><Relationship Id="rId10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0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.png"/><Relationship Id="rId5" Type="http://schemas.openxmlformats.org/officeDocument/2006/relationships/image" Target="../media/image30.png"/><Relationship Id="rId10" Type="http://schemas.openxmlformats.org/officeDocument/2006/relationships/image" Target="../media/image34.png"/><Relationship Id="rId4" Type="http://schemas.openxmlformats.org/officeDocument/2006/relationships/image" Target="../media/image2.png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39.png"/><Relationship Id="rId5" Type="http://schemas.openxmlformats.org/officeDocument/2006/relationships/image" Target="../media/image36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9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30.png"/><Relationship Id="rId5" Type="http://schemas.openxmlformats.org/officeDocument/2006/relationships/image" Target="../media/image40.png"/><Relationship Id="rId10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2.png"/><Relationship Id="rId9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4.png"/><Relationship Id="rId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.png"/><Relationship Id="rId9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1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الحروق الحرارية والكيميائية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سلامة، إيقاف التعرض، وإسعاف آمن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"التصرف الصحيح يعتمد على حماية المصاب وإيقاف التعرض لمصدر الخطر وتقديم إسعاف أولي آمن"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E.8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بالحروق؟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الحروق إصابات تحدث في المنزل والعمل والأماكن العامة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التفاقم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الإصابة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إيقاف التعرض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لمصدر الخطر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الأخطاء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الشائعة الخاطئة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طلب المساعدة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بسرعة في الخطورة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ثقافة الوقاية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كل مكان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الفئات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الأكثر عرضة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الحروق الكبيرة أو الكيميائية أو الكهربائية تحتاج إلى مساعدة فورية عبر 999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E.8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المقصود بالحروق؟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إصابة للجلد أو الأنسجة بسبب الحرارة أو المواد أو الكهرباء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حروق حرارية بسبب النار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حروق كيميائية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حروق كهربائية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حروق التعرض الطويل للشمس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السوائل أو الأسطح الساخنة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هذا العرض توعوي ولا يغني عن التدريب العملي أو التقييم الطبي عند الخطورة</a:t>
            </a:r>
            <a:endParaRPr lang="ar-AE" sz="1200" dirty="0"/>
          </a:p>
        </p:txBody>
      </p:sp>
      <p:sp>
        <p:nvSpPr>
          <p:cNvPr id="32" name="Shape 2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E.8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الحروق الحرارية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تعرض لمصدر حرارة مباشر أو غير مباشر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السوائل الساخنة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البخار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اللهب أو النار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الأسطح الساخنة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الزيوت الساخنة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الطبخ والأجهزة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المطبخ ومصادر الحرارة من أكثر الأماكن التي تحتاج إلى انتباه، خاصة مع الأطفال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E.8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الحروق الكيميائية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ملامسة الجلد أو العين لمادة كيميائية ضارة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مواد التنظيف المركزة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أحماض أو مواد قلوية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مواد المختبرات والورش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إزالة الدهون والمواد الصناعية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مواد غير معروفة المصدر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بحذر، اقرأ تعليمات السلامة، واحفظ المواد بعيدًا عن الأطفال</a:t>
            </a:r>
            <a:endParaRPr lang="ar-AE" sz="1200" dirty="0"/>
          </a:p>
        </p:txBody>
      </p:sp>
      <p:sp>
        <p:nvSpPr>
          <p:cNvPr id="32" name="Shape 2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E.8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تأمين المكان قبل المساعدة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المخاطر قبل الاقتراب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نار أو دخان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سطح أو سائل ساخن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مادة كيميائية منسكبة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كهرباء مكشوفة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زجاج أو أدوات حادة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أبخرة أو روائح قوية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كان المكان غير آمن، ابتعد، ولا تقترب من المصدر، واتصل بـ 999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E.8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الخطوة الأولى عند الحروق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إبعاد المصاب عن مصدر الحرق إن كان آمنًا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المكان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22783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3101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22783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المصاب عن المصدر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84962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931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84962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التعرض لمصدر الخطر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طمئن المصاب واطلب الهدوء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322783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33101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322783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ابدأ الإسعاف المناسب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84962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931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84962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الخطورة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تعرض نفسك للخطر أثناء محاولة مساعدة المصاب</a:t>
            </a:r>
            <a:endParaRPr lang="ar-AE" sz="1200" dirty="0"/>
          </a:p>
        </p:txBody>
      </p:sp>
      <p:sp>
        <p:nvSpPr>
          <p:cNvPr id="36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E.8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الحروق الحرارية البسيطة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هدوء وإسعاف أولي آمن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846320" y="278892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1320272" y="283464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4" name="Text 9"/>
          <p:cNvSpPr/>
          <p:nvPr/>
        </p:nvSpPr>
        <p:spPr>
          <a:xfrm>
            <a:off x="113202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983480" y="27889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 عن مصدر الحرارة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46320" y="323697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8" name="Text 13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983480" y="32369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برّد بماء جارٍ فاتر أو بارد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46320" y="3685032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2" name="Text 17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983480" y="368503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الثلج مباشرة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846320" y="413308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320272" y="41788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6" name="Text 21"/>
          <p:cNvSpPr/>
          <p:nvPr/>
        </p:nvSpPr>
        <p:spPr>
          <a:xfrm>
            <a:off x="1132027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983480" y="413308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انزع الإكسسوارات بسهولة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846320" y="4581144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320272" y="462686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0" name="Text 25"/>
          <p:cNvSpPr/>
          <p:nvPr/>
        </p:nvSpPr>
        <p:spPr>
          <a:xfrm>
            <a:off x="11320272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983480" y="4581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غطِّ بضماد نظيف غير لاصق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846320" y="502920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1320272" y="5074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4" name="Text 29"/>
          <p:cNvSpPr/>
          <p:nvPr/>
        </p:nvSpPr>
        <p:spPr>
          <a:xfrm>
            <a:off x="11320272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983480" y="502920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الحالة واطلب المساعدة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الزيوت أو المعجون أو المواد الشعبية على الحروق</a:t>
            </a:r>
            <a:endParaRPr lang="ar-AE" sz="1200" dirty="0"/>
          </a:p>
        </p:txBody>
      </p:sp>
      <p:sp>
        <p:nvSpPr>
          <p:cNvPr id="38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9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E.8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تكون الحروق الحرارية خطيرة؟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حالات تستوجب الاتصال الفوري بـ 999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حروق كبيرة أو عميقة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الوجه أو اليدين أو القدمين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ناتجة عن حريق ودخان كثيف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مصاحبة لصعوبة التنفس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الأطفال أو كبار السن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ناتجة عن كهرباء أو كيميائية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ألم شديد أو تدهور الحالة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الشك في خطورة الحرق، اطلب المساعدة ولا تنتظر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E.8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الحروق الكيميائية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إيقاف التعرض للمادة بسرعة وأمان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ولا تلمس المادة مباشرة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قفازات أو حاجزًا واقيًا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أزل الملابس الملوثة بأمان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اغسل المنطقة بالماء الجاري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تخلط مواد للمعالجة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احتفظ بعبوة المادة للمختصين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بعض المواد تحتاج تعليمات خاصة — اقرأ الملصق واتبع تعليمات المختصين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E.8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الحروق الكيميائية في العين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حالة طارئة تحتاج تصرفًا سريعًا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تفرك العين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 عن المصدر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اغسل العين بالماء بلطف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قطرات غير موصى بها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احتفظ بعبوة المادة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العين حساسة جدًا — أي تعرض كيميائي يحتاج إلى تقييم عاجل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E.8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الحروق الكهربائية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تكون خطيرة حتى لو لم تكن الإصابة الظاهرة كبيرة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78892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83464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7889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المصاب وهو متصل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23697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2369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المصدر من مكان آمن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685032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68503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13308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41788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413308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تحركه عند اشتباه إصابة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581144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6268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581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التنفس والاستجابة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502920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507492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502920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تتعامل مع التمديدات بنفسك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الكهرباء قد تسبب خطرًا غير ظاهر — اطلب المساعدة دائمًا</a:t>
            </a:r>
            <a:endParaRPr lang="ar-AE" sz="1200" dirty="0"/>
          </a:p>
        </p:txBody>
      </p:sp>
      <p:sp>
        <p:nvSpPr>
          <p:cNvPr id="40" name="Shape 3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E.8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الحروق الناتجة عن الدخان أو الحريق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تستدعي الاتصال الفوري بـ 999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في التنفس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22783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31012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22783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سعال شديد بعد الدخان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84962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93192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84962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دوخة أو ضعف شديد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حروق في الوجه أو الفم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322783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331012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322783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حريق في مكان مغلق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84962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93192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84962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دخان كثيف في الموقع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أخرج المصاب لمكان آمن إن أمكن، ولا تدخل مكانًا مليئًا بالدخان، واتصل بـ 999</a:t>
            </a:r>
            <a:endParaRPr lang="ar-AE" sz="1200" dirty="0"/>
          </a:p>
        </p:txBody>
      </p:sp>
      <p:sp>
        <p:nvSpPr>
          <p:cNvPr id="36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E.8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لا تفعل عند الحروق؟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تصرفات قد تزيد الضرر أو تؤخر المساعدة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ثلج مباشرة على الحرق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زيوت أو مواد شعبية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تفتح الفقاعات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تنزع ملابس ملتصقة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ضماد لاصق على الحرق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المواد دون حماية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الاتصال بـ 999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التصرفات الشائعة ليست دائمًا صحيحة — اتبع الإسعاف الآمن واطلب المساعدة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E.8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 من الحروق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 أكثر عرضة بسبب الفضول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عن المطبخ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أوانٍ بعيدة عن الحافة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مشروبات ساخنة قريبة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 مواد التنظيف بعيدًا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الأجهزة الساخنة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 الطفل عدم اللمس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الحروق لدى الأطفال تبدأ بالمراقبة وتنظيم البيئة المنزلية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E.8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في المطبخ والمنزل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تصرفات بسيطة تقلل الحروق المنزلية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عازلة للحرارة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الطعام دون متابعة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مقابض للداخل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حذر من البخار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الأجهزة بعد الاستخدام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مواد كيميائية في عبواتها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تخلط مواد التنظيف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خلط مواد التنظيف قد ينتج أبخرة خطرة — التزم بتعليمات الاستخدام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E.8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في المدارس والعمل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المختبرات والمطابخ والورش وأماكن الصيانة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التزام بتعليمات السلامة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معدات وقاية شخصية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اقرأ ملصقات المواد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تخزين في أماكن مخصصة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تسرب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إشراف مختص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وسائل إسعاف وتدريب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بالتعليمات داخل العمل والمدرسة يقلل الإصابات ويعزز ثقافة السلامة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E.8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حقيبة الإسعافات الأولية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تساعد في التعامل الأولي مع الحروق البسيطة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قفازات طبية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شاش معقم غير لاصق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ضمادات نظيفة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مقص آمن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دليل إسعافات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رقم 999 مكتوب بوضوح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الحقيبة لا تكفي في الحروق الكبيرة أو الكيميائية أو الكهربائية — اتصل بـ 999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E.8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عند الحروق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المكان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المصاب عن المصدر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برّد الحروق الحرارية بالماء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قفازات مع الكيميائية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الخطورة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طمئن المصاب وابقَ معه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موظف الطوارئ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الثلج مباشرة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مواد شعبية أو زيوت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تنزع ملابس ملتصقة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المواد دون حماية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تفرك العين بمادة كيميائية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مكانًا مليئًا بالدخان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طلب المساعدة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E.8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لمس سطحًا ساخنًا وظهر ألم في الإصابة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 عن المصدر، برّد بالماء الجاري، لا مواد شعبية، وراقب الحالة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انسكبت مادة تنظيف مركزة على يد بالغ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 عن المادة، استخدم حماية، اغسل بالماء بأمان، واتصل بـ 999 عند الخطورة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تعرض شخص لدخان كثيف في مكان مغلق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أخرجه لمكان آمن دون تعريض نفسك للخطر، واتصل فورًا بـ 999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وضع معجونًا أو زيتًا على حرق بسيط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وضّح أن هذه المواد غير مخصصة، أزِل المصدر، واتبع الإسعاف الصحيح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E.8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أول خطوة عند التعامل مع الحروق؟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تأمين المكان وإبعاد المصاب عن المصدر إذا كان ذلك آمنًا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وضع الثلج مباشرة على الحرق؟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يستخدم الماء الجاري للحروق الحرارية البسيطة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تعرض العين لمادة كيميائية؟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تفركها، اغسلها بالماء بلطف، واتصل فورًا بـ 999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يجب الاتصال بـ 999 عند الحروق؟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الحروق الكبيرة أو الكيميائية أو الكهربائية أو صعوبة التنفس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E.8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 يبدأ بإبعاد المصاب عن المصدر وتقديم إسعاف آمن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ثلج • لا مواد شعبية • حذر مع الكيميائية والكهربائية • اتصل بـ 999 عند الخطورة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"التصرف الصحيح عند الحروق يبدأ بالسلامة وينتهي بطلب المساعدة في الوقت المناسب"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E.8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1686</Words>
  <Application>Microsoft Office PowerPoint</Application>
  <PresentationFormat>شاشة عريضة</PresentationFormat>
  <Paragraphs>395</Paragraphs>
  <Slides>22</Slides>
  <Notes>22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22</vt:i4>
      </vt:variant>
    </vt:vector>
  </HeadingPairs>
  <TitlesOfParts>
    <vt:vector size="26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التعامل مع الحروق الحرارية والكيميائية</dc:title>
  <dc:subject>PptxGenJS Presentation</dc:subject>
  <dc:creator>هيئة أبوظبي للدفاع المدني</dc:creator>
  <cp:lastModifiedBy>Lenovo</cp:lastModifiedBy>
  <cp:revision>1</cp:revision>
  <dcterms:created xsi:type="dcterms:W3CDTF">2026-05-07T20:51:26Z</dcterms:created>
  <dcterms:modified xsi:type="dcterms:W3CDTF">2026-05-08T00:23:39Z</dcterms:modified>
</cp:coreProperties>
</file>