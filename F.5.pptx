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مخاطر الدخان وأول أكسيد الكربون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غير مرئي… ووقاية تبدأ بالوعي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الدخان وأول أكسيد الكربون تبدأ بالإنذار المبكر والتهوية الصحيحة"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نتحدث عن الدخان وأول أكسيد الكربون؟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الغازات الناتجة عن الاحتراق قد تكون أخطر من اللهب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الاختناق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استنشاق الدخان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التسمم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 قاتل صامت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أهمية الإنذار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كشف الخطر قبل وقوعه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الفحم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والمولدات في الأماكن المغلقة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الاشتباه بوجود غاز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الأسرة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وكبار السن أكثر تأثرًا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رؤية الخطر لا يعني عدم وجوده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الفرق بين الدخان وأول أكسيد الكربون؟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منهما له خصائص ومخاطر مختلفة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مرئي وله رائحة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 عديم اللون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يهيج العينين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 عديم الرائحة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يقلل الرؤية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 لا يُكتشف بالحواس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يحتوي غازات ضارة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يُلاحظ، أما أول أكسيد الكربون فلا يُكتشف إلا بجهاز إنذار مخصص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الدخان وأول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محتملة عند سوء الاستخدام أو ضعف التهوية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الحرائق المنزلية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والشوايات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المدافئ بالوقود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سخانات المياه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الكهربائية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المركبات في المرائب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الأفران والمواقد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مصدر احتراق داخل مكان مغلق يحتاج إلى تهوية وفحص واستخدام آمن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استنشاق الدخان والتعرض لأول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تأثيراتهما على التنفس والرؤية والقدرة على الخروج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تهيج العينين والأنف والحلق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السعال والدوار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وغثيان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تشوش وصعوبة تركيز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الرؤية في الممرات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أثناء الإخلاء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في الحالات الشديدة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شعر أكثر من شخص بأعراض مشابهة في نفس المكان فقد يكون هناك خطر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 وأول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مبكر يمنحك وقتًا للتصرف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إنذار الدخان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CO عند مصادر الاحتراق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الأجهزة بشكل دوري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تغطِ الأجهزة أو تعطلها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 البطاريات حسب التعليمات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سماع الإنذار في غرف 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عند انطلاق الإنذار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الإنذار لا يمنع الخطر، لكنه يمنحك وقتًا للتصرف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والاستخدام الآمن لمصادر الاحتراق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تقلل تراكم الدخان والغازات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في الأماكن المغلقة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المولدات داخل المنزل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المركبات في مرائب مغلقة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أجهزة التدفئة بشكل دوري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فتحات التهوية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 المصنّعة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استعن بمختصين عند العطل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من منع استخدام مصادر الاحتراق في أماكن غير مناسبة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وجود 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 وتجنّب الاقتراب من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الدخان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للتصوير أو المشاهدة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يخرج منه دخان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مسار خروج آمن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منخفضًا أثناء الخروج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بالموقع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مليئة بالدخان حتى لو لم ترَ اللهب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الاشتباه بأول أكسيد الكربون؟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للخروج إلى الهواء الطلق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للهواء الطلق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تبحث عن المصدر داخل الموقع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الموجودين بالمغادرة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حتى يزول الخطر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فحص الأجهزة من مختص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 للمصابين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السريع أهم من محاولة معرفة مصدر الخطر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 الأولي للمصابين بالدخان أو الغاز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أولًا قبل محاولة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 المصاب لمكان جيد التهوية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طريق الهواء له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تنفسه ووعيه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السريع من البيئة الخطرة أهم من أي إسعاف أولي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الفئات تتأثر بسرعة أكبر بالدخان والغاز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تأثرًا بالغازات السامة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تنفس أضعف وحركة أبطأ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الإخلاء السريع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مضاعف على الجنين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أمراض تنفسية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سريع بالدخان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الأشخاص النائمون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يلاحظون الخطر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يجب أن تراعي احتياجات جميع أفراد الأسرة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بعد زوال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العودة الآمنة تحتاج إلى تأكد من المختصين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تصريح الجهات المختصة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أي جهاز قبل الفحص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النوافذ للتهوية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أجهزة الإنذار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 عن الأسباب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راجع طبيبًا إن لزم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خذ احتياطاتك مستقبلًا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وثّق الحادثة للمتابعة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العودة المبكرة قد تعرّض الأسرة لخطر مستمر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خاصة في الوقاية من الغازات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الحالات تستدعي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الفحم في الرحلات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المدافئ في الخيام والاستراحات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المركبات الواقفة لفترات طويلة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المولدات قرب النوافذ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سخانات الماء قديمة الصيانة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الأفران داخل المطابخ المغلقة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الوقود قرب المعيشة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مصدر احتراق يحتاج إلى موقع آمن وتهوية كافية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والتواصل أثناء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يسرّع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رائحة احتراق ودخان في الطابق الثاني من المنزل، وعدد من الأشخاص يشعرون بصداع"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الوقاية من الدخان والغاز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الإنذار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الأجهزة دوريًا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تهوية 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المولدات في الخارج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رائحة احتراق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عند الاشتباه بالخطر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داخل الأماكن المغلقة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المركبات في مرائب مغلقة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المولدات داخل المنزل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صوت الإنذار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مليئة بالدخان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الصداع والدوار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قبل التصريح الرسمي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جهاز إنذار CO داخل المنزل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لموقع جيد التهوية، أبلغ الموجودين، واتصل بالطوارئ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كثيفًا في ممر المبنى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الممر، استخدم مسارًا بديلًا أو اتصل بالطوارئ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يريد استخدام الفحم في مكان مغلق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فورًا ووضّح خطورة أول أكسيد الكربون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 يعمل قرب نافذة مفتوحة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بأمان، وانقل المولد لموقع خارجي بعيد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يمكن رؤية أو شم أول أكسيد الكربون؟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فهو غاز عديم اللون والرائحة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وجود دخان كثيف في الممر؟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أدخل الممر، وأستخدم مسارًا بديلًا أو أطلب المساعدة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الفحم داخل الأماكن المغلقة؟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 قد ينتج غاز أول أكسيد الكربون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يتم استخدام المولد الكهربائي؟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الخارج فقط، وبعيدًا عن النوافذ والأبواب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أجهزة الإنذار؟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تنبه مبكرًا عند وجود دخان أو ارتفاع مستوى أول أكسيد الكربون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مخاطر الدخان وأول أكسيد الكربون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الإنذار • لا فحم داخل المغلق • المولدات في الخارج • اخرج عند الاشتباه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"الوعي بالخطر غير المرئي قد ينقذ الأرواح"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مخاطر الدخان وأول أكسيد الكربون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2026-05-14T23:01:16Z</dcterms:modified>
</cp:coreProperties>
</file>