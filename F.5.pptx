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0488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6.png"/><Relationship Id="rId5" Type="http://schemas.openxmlformats.org/officeDocument/2006/relationships/image" Target="../media/image12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4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14.png"/><Relationship Id="rId5" Type="http://schemas.openxmlformats.org/officeDocument/2006/relationships/image" Target="../media/image32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14.png"/><Relationship Id="rId5" Type="http://schemas.openxmlformats.org/officeDocument/2006/relationships/image" Target="../media/image16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مخاطر الدخان وأول أكسيد الكربون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غير مرئي… ووقاية تبدأ بالوعي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1371600" y="52578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"الوقاية من الدخان وأول أكسيد الكربون تبدأ بالإنذار المبكر والتهوية الصحيحة"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نتحدث عن الدخان وأول أكسيد الكربون؟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مخاطر الغازات الناتجة عن الاحتراق قد تكون أخطر من اللهب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الاختناق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استنشاق الدخان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التسمم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أول أكسيد الكربون قاتل صامت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أهمية الإنذار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كشف الخطر قبل وقوعه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الفحم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والمولدات في الأماكن المغلقة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الاشتباه بوجود غاز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الأسرة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وكبار السن أكثر تأثرًا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رؤية الخطر لا يعني عدم وجوده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الفرق بين الدخان وأول أكسيد الكربون؟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منهما له خصائص ومخاطر مختلفة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الدخان مرئي وله رائحة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أول أكسيد الكربون عديم اللون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الدخان يهيج العينين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أول أكسيد الكربون عديم الرائحة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الدخان يقلل الرؤية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أول أكسيد الكربون لا يُكتشف بالحواس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الدخان يحتوي غازات ضارة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الدخان يُلاحظ، أما أول أكسيد الكربون فلا يُكتشف إلا بجهاز إنذار مخصص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الدخان وأول أكسيد الكربون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محتملة عند سوء الاستخدام أو ضعف التهوية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الحرائق المنزلية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الفحم والشوايات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المدافئ بالوقود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سخانات المياه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المولدات الكهربائية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المركبات في المرائب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الأفران والمواقد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مصدر احتراق داخل مكان مغلق يحتاج إلى تهوية وفحص واستخدام آمن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مخاطر استنشاق الدخان والتعرض لأول أكسيد الكربون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تأثيراتهما على التنفس والرؤية والقدرة على الخروج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التنفس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تهيج العينين والأنف والحلق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السعال والدوار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صداع وغثيان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تشوش وصعوبة تركيز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انخفاض الرؤية في الممرات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ارتباك أثناء الإخلاء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الوعي في الحالات الشديدة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شعر أكثر من شخص بأعراض مشابهة في نفس المكان فقد يكون هناك خطر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إنذار الدخان وأول أكسيد الكربون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مبكر يمنحك وقتًا للتصرف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ركّب أجهزة إنذار الدخان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ركّب أجهزة CO عند مصادر الاحتراق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الأجهزة بشكل دوري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تغطِ الأجهزة أو تعطلها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استبدل البطاريات حسب التعليمات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سماع الإنذار في غرف النوم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فورًا عند انطلاق الإنذار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جهاز الإنذار لا يمنع الخطر، لكنه يمنحك وقتًا للتصرف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التهوية والاستخدام الآمن لمصادر الاحتراق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التهوية تقلل تراكم الدخان والغازات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1B873F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9"/>
          <p:cNvSpPr/>
          <p:nvPr/>
        </p:nvSpPr>
        <p:spPr>
          <a:xfrm>
            <a:off x="11320272" y="273405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0"/>
          <p:cNvSpPr/>
          <p:nvPr/>
        </p:nvSpPr>
        <p:spPr>
          <a:xfrm>
            <a:off x="11320272" y="2734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الفحم في الأماكن المغلقة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13639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11320272" y="317296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1132027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13639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تشغل المولدات داخل المنزل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575304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11320272" y="36118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18"/>
          <p:cNvSpPr/>
          <p:nvPr/>
        </p:nvSpPr>
        <p:spPr>
          <a:xfrm>
            <a:off x="1132027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575304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تشغل المركبات في مرائب مغلقة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014216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1"/>
          <p:cNvSpPr/>
          <p:nvPr/>
        </p:nvSpPr>
        <p:spPr>
          <a:xfrm>
            <a:off x="11320272" y="405079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2"/>
          <p:cNvSpPr/>
          <p:nvPr/>
        </p:nvSpPr>
        <p:spPr>
          <a:xfrm>
            <a:off x="11320272" y="4050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014216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أجهزة التدفئة بشكل دوري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453128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5"/>
          <p:cNvSpPr/>
          <p:nvPr/>
        </p:nvSpPr>
        <p:spPr>
          <a:xfrm>
            <a:off x="11320272" y="448970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6"/>
          <p:cNvSpPr/>
          <p:nvPr/>
        </p:nvSpPr>
        <p:spPr>
          <a:xfrm>
            <a:off x="11320272" y="4489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453128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تغلق فتحات التهوية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89204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29"/>
          <p:cNvSpPr/>
          <p:nvPr/>
        </p:nvSpPr>
        <p:spPr>
          <a:xfrm>
            <a:off x="11320272" y="49286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0"/>
          <p:cNvSpPr/>
          <p:nvPr/>
        </p:nvSpPr>
        <p:spPr>
          <a:xfrm>
            <a:off x="11320272" y="4928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89204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الشركة المصنّعة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33095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3"/>
          <p:cNvSpPr/>
          <p:nvPr/>
        </p:nvSpPr>
        <p:spPr>
          <a:xfrm>
            <a:off x="11320272" y="53675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4"/>
          <p:cNvSpPr/>
          <p:nvPr/>
        </p:nvSpPr>
        <p:spPr>
          <a:xfrm>
            <a:off x="11320272" y="5367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33095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استعن بمختصين عند العطل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تبدأ من منع استخدام مصادر الاحتراق في أماكن غير مناسبة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وجود دخان؟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بسرعة وهدوء وتجنّب الاقتراب من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الدخان فورًا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للتصوير أو المشاهدة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بابًا يخرج منه دخان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أقرب مسار خروج آمن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منخفضًا أثناء الخروج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الأبواب خلفك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من موقع آمن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المختصين بالموقع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منطقة مليئة بالدخان حتى لو لم ترَ اللهب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الاشتباه بأول أكسيد الكربون؟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الأولوية للخروج إلى الهواء الطلق وطلب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فورًا للهواء الطلق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تبحث عن المصدر داخل الموقع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الموجودين بالمغادرة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من موقع آمن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حتى يزول الخطر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فحص الأجهزة من مختص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فورًا للمصابين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للموظفين: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الخروج السريع أهم من محاولة معرفة مصدر الخطر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الإسعاف الأولي للمصابين بالدخان أو الغاز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أولًا قبل محاولة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 المصاب لمكان جيد التهوية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افتح طريق الهواء له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تعرض نفسك للخطر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فورًا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تنفسه ووعيه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الإخلاء السريع من البيئة الخطرة أهم من أي إسعاف أولي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الفئات الأكثر عرضة للمخاطر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الفئات تتأثر بسرعة أكبر بالدخان والغاز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08610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7675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47675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أكثر تأثرًا بالغازات السامة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440283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0861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1723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31723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تنفس أضعف وحركة أبطأ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824331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08610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15771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915771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الإخلاء السريع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37947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56235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594860"/>
            <a:ext cx="411480" cy="4114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47675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النساء الحوامل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147675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مضاعف على الجنين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21995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440283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594860"/>
            <a:ext cx="411480" cy="4114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531723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أمراض تنفسية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531723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تأثر سريع بالدخان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806043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27"/>
          <p:cNvSpPr/>
          <p:nvPr/>
        </p:nvSpPr>
        <p:spPr>
          <a:xfrm>
            <a:off x="824331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594860"/>
            <a:ext cx="411480" cy="41148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15771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الأشخاص النائمون</a:t>
            </a:r>
            <a:endParaRPr lang="en-US" sz="1400" dirty="0"/>
          </a:p>
        </p:txBody>
      </p:sp>
      <p:sp>
        <p:nvSpPr>
          <p:cNvPr id="39" name="Text 29"/>
          <p:cNvSpPr/>
          <p:nvPr/>
        </p:nvSpPr>
        <p:spPr>
          <a:xfrm>
            <a:off x="915771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يلاحظون الخطر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يجب أن تراعي احتياجات جميع أفراد الأسرة</a:t>
            </a:r>
            <a:endParaRPr lang="ar-AE" sz="1200" dirty="0"/>
          </a:p>
        </p:txBody>
      </p:sp>
      <p:sp>
        <p:nvSpPr>
          <p:cNvPr id="42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3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إجراءات بعد زوال الخطر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العودة الآمنة تحتاج إلى تأكد من المختصين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تصريح الجهات المختصة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تشغل أي جهاز قبل الفحص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افتح النوافذ للتهوية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أجهزة الإنذار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المختص عن الأسباب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راجع طبيبًا إن لزم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خذ احتياطاتك مستقبلًا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وثّق الحادثة للمتابعة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العودة المبكرة قد تعرّض الأسرة لخطر مستمر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خاصة في الوقاية من الغازات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الحالات تستدعي حذرًا إضافيًا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الفحم في الرحلات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المدافئ في الخيام والاستراحات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المركبات الواقفة لفترات طويلة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المولدات قرب النوافذ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سخانات الماء قديمة الصيانة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الأفران داخل المطابخ المغلقة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تخزين الوقود قرب المعيشة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مصدر احتراق يحتاج إلى موقع آمن وتهوية كافية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والتواصل أثناء الخطر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البلاغ الواضح يسرّع وصول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مثال على بلاغ واضح: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3200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"يوجد رائحة احتراق ودخان في الطابق الثاني من المنزل، وعدد من الأشخاص يشعرون بصداع"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الموقع بدقة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7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اذكر نوع الخطر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المصابين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نشر معلومات غير مؤكدة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البلاغ الدقيق ينقذ الأرواح ويسرّع وصول المساعدة</a:t>
            </a:r>
            <a:endParaRPr lang="ar-AE" sz="1200" dirty="0"/>
          </a:p>
        </p:txBody>
      </p:sp>
      <p:sp>
        <p:nvSpPr>
          <p:cNvPr id="35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الوقاية من الدخان والغاز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ركّب أجهزة الإنذار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الأجهزة دوريًا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وفّر تهوية مناسبة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المولدات في الخارج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رائحة احتراق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عند الاشتباه بالخطر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الحاجة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الفحم داخل الأماكن المغلقة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تشغل المركبات في مرائب مغلقة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المولدات داخل المنزل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صوت الإنذار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منطقة مليئة بالدخان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الصداع والدوار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قبل التصريح الرسمي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انطلق جهاز إنذار CO داخل المنزل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فورًا لموقع جيد التهوية، أبلغ الموجودين، واتصل بالطوارئ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دخانًا كثيفًا في ممر المبنى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الممر، استخدم مسارًا بديلًا أو اتصل بالطوارئ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يريد استخدام الفحم في مكان مغلق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امنعه فورًا ووضّح خطورة أول أكسيد الكربون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المولد يعمل قرب نافذة مفتوحة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الاستخدام بأمان، وانقل المولد لموقع خارجي بعيد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يمكن رؤية أو شم أول أكسيد الكربون؟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فهو غاز عديم اللون والرائحة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وجود دخان كثيف في الممر؟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أدخل الممر، وأستخدم مسارًا بديلًا أو أطلب المساعدة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الفحم داخل الأماكن المغلقة؟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لأنه قد ينتج غاز أول أكسيد الكربون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أين يتم استخدام المولد الكهربائي؟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الخارج فقط، وبعيدًا عن النوافذ والأبواب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أهمية أجهزة الإنذار؟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تنبه مبكرًا عند وجود دخان أو ارتفاع مستوى أول أكسيد الكربون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مخاطر الدخان وأول أكسيد الكربون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ركّب الإنذار • لا فحم داخل المغلق • المولدات في الخارج • اخرج عند الاشتباه •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"الوعي بالخطر غير المرئي قد ينقذ الأرواح"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F.5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1472</Words>
  <Application>Microsoft Office PowerPoint</Application>
  <PresentationFormat>شاشة عريضة</PresentationFormat>
  <Paragraphs>339</Paragraphs>
  <Slides>18</Slides>
  <Notes>18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18</vt:i4>
      </vt:variant>
    </vt:vector>
  </HeadingPairs>
  <TitlesOfParts>
    <vt:vector size="22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الوقاية من مخاطر الدخان وأول أكسيد الكربون</dc:title>
  <dc:subject>PptxGenJS Presentation</dc:subject>
  <dc:creator>هيئة أبوظبي للدفاع المدني</dc:creator>
  <cp:lastModifiedBy>Lenovo</cp:lastModifiedBy>
  <cp:revision>1</cp:revision>
  <dcterms:created xsi:type="dcterms:W3CDTF">2026-05-06T01:35:42Z</dcterms:created>
  <dcterms:modified xsi:type="dcterms:W3CDTF">2026-05-14T23:01:16Z</dcterms:modified>
</cp:coreProperties>
</file>