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11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5097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4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2.png"/><Relationship Id="rId5" Type="http://schemas.openxmlformats.org/officeDocument/2006/relationships/image" Target="../media/image18.png"/><Relationship Id="rId10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7.png"/><Relationship Id="rId5" Type="http://schemas.openxmlformats.org/officeDocument/2006/relationships/image" Target="../media/image19.png"/><Relationship Id="rId10" Type="http://schemas.openxmlformats.org/officeDocument/2006/relationships/image" Target="../media/image26.png"/><Relationship Id="rId4" Type="http://schemas.openxmlformats.org/officeDocument/2006/relationships/image" Target="../media/image2.png"/><Relationship Id="rId9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33.png"/><Relationship Id="rId5" Type="http://schemas.openxmlformats.org/officeDocument/2006/relationships/image" Target="../media/image17.png"/><Relationship Id="rId10" Type="http://schemas.openxmlformats.org/officeDocument/2006/relationships/image" Target="../media/image26.png"/><Relationship Id="rId4" Type="http://schemas.openxmlformats.org/officeDocument/2006/relationships/image" Target="../media/image2.png"/><Relationship Id="rId9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36.png"/><Relationship Id="rId5" Type="http://schemas.openxmlformats.org/officeDocument/2006/relationships/image" Target="../media/image20.png"/><Relationship Id="rId10" Type="http://schemas.openxmlformats.org/officeDocument/2006/relationships/image" Target="../media/image35.png"/><Relationship Id="rId4" Type="http://schemas.openxmlformats.org/officeDocument/2006/relationships/image" Target="../media/image2.png"/><Relationship Id="rId9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2.png"/><Relationship Id="rId9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40.png"/><Relationship Id="rId5" Type="http://schemas.openxmlformats.org/officeDocument/2006/relationships/image" Target="../media/image22.png"/><Relationship Id="rId10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17236" y="1325880"/>
            <a:ext cx="1554480" cy="1554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1556" y="1600200"/>
            <a:ext cx="1005840" cy="10058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6576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36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في المخيمات والرحلات البرية</a:t>
            </a:r>
            <a:endParaRPr lang="en-US" sz="3600" dirty="0"/>
          </a:p>
        </p:txBody>
      </p:sp>
      <p:sp>
        <p:nvSpPr>
          <p:cNvPr id="11" name="Text 6"/>
          <p:cNvSpPr/>
          <p:nvPr/>
        </p:nvSpPr>
        <p:spPr>
          <a:xfrm>
            <a:off x="457200" y="45262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8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رحلة آمنة… ووعي بالمخاطر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637276" y="49834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1097280" y="52578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"الاستمتاع بالرحلات البرية يبدأ من التخطيط الجيد، والالتزام بإرشادات السلامة، واحترام البيئة والمرافق"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5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C.5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نهتم بالسلامة في الرحلات البرية؟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المناطق المفتوحة والبعيدة عن الخدمات تحتاج إلى استعداد مسبق وسلوك آمن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937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509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9576" y="3200400"/>
            <a:ext cx="457200" cy="4572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452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852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من الحرائق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852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المخيمات ومواقع الشواء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36829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282549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4096" y="3200400"/>
            <a:ext cx="457200" cy="4572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261975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245973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تقليل الإصابات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245973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وتجنب الضياع في البر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24281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70001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8616" y="3200400"/>
            <a:ext cx="457200" cy="4572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449427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433425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الأطفال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433425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وكبار السن في الموقع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11733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57453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3136" y="3200400"/>
            <a:ext cx="457200" cy="4572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36879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620877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الاستعداد للطقس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20877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متابعة التغيرات الجوية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799185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844905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7656" y="3200400"/>
            <a:ext cx="457200" cy="45720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824331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808329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البيئة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808329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المحافظة على البر والمرافق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98663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103235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52176" y="3200400"/>
            <a:ext cx="457200" cy="457200"/>
          </a:xfrm>
          <a:prstGeom prst="rect">
            <a:avLst/>
          </a:prstGeom>
        </p:spPr>
      </p:pic>
      <p:sp>
        <p:nvSpPr>
          <p:cNvPr id="43" name="Shape 33"/>
          <p:cNvSpPr/>
          <p:nvPr/>
        </p:nvSpPr>
        <p:spPr>
          <a:xfrm>
            <a:off x="101178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99578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طلب المساعدة</a:t>
            </a:r>
            <a:endParaRPr lang="en-US" sz="1400" dirty="0"/>
          </a:p>
        </p:txBody>
      </p:sp>
      <p:sp>
        <p:nvSpPr>
          <p:cNvPr id="45" name="Text 35"/>
          <p:cNvSpPr/>
          <p:nvPr/>
        </p:nvSpPr>
        <p:spPr>
          <a:xfrm>
            <a:off x="99578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تسهيل الوصول عند الطوارئ</a:t>
            </a:r>
            <a:endParaRPr lang="en-US" sz="1100" dirty="0"/>
          </a:p>
        </p:txBody>
      </p:sp>
      <p:sp>
        <p:nvSpPr>
          <p:cNvPr id="46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كل رحلة آمنة تبدأ قبل الوصول إلى موقع التخييم</a:t>
            </a:r>
            <a:endParaRPr lang="ar-AE" sz="1200" dirty="0"/>
          </a:p>
        </p:txBody>
      </p:sp>
      <p:sp>
        <p:nvSpPr>
          <p:cNvPr id="48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9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50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52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4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6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7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C.5</a:t>
            </a:r>
            <a:endParaRPr lang="en-US" sz="1000" dirty="0"/>
          </a:p>
        </p:txBody>
      </p:sp>
      <p:sp>
        <p:nvSpPr>
          <p:cNvPr id="58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9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قبل الذهاب إلى الرحلة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التخطيط المسبق يقلل المخاطر ويساعد على التعامل مع الطوارئ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اختيار موقع تخييم آمن ومسموح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إبلاغ أحد المقربين بموقع الرحلة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التأكد من حالة المركبة قبل الانطلاق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متابعة حالة الطقس والتنبيهات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تجهيز حقيبة إسعافات أولية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توفير ماء وغذاء بكمية كافية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شحن الأجهزة وتوفير طاقة احتياطية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5605272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40" name="Text 36"/>
          <p:cNvSpPr/>
          <p:nvPr/>
        </p:nvSpPr>
        <p:spPr>
          <a:xfrm>
            <a:off x="5605272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8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594360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معرفة أقرب طريق أو نقطة مساعدة</a:t>
            </a:r>
            <a:endParaRPr lang="en-US" sz="1300" dirty="0"/>
          </a:p>
        </p:txBody>
      </p:sp>
      <p:sp>
        <p:nvSpPr>
          <p:cNvPr id="42" name="Shape 38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الاستعداد الجيد يمنحك رحلة أكثر أمانًا وراحة</a:t>
            </a:r>
            <a:endParaRPr lang="ar-AE" sz="1200" dirty="0"/>
          </a:p>
        </p:txBody>
      </p:sp>
      <p:sp>
        <p:nvSpPr>
          <p:cNvPr id="44" name="Shape 4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4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C.5</a:t>
            </a:r>
            <a:endParaRPr lang="en-US" sz="1000" dirty="0"/>
          </a:p>
        </p:txBody>
      </p:sp>
      <p:sp>
        <p:nvSpPr>
          <p:cNvPr id="54" name="Shape 4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اختيار موقع المخيم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الموقع الخاطئ قد يزيد خطر السيول أو الحرائق أو الحوادث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اختر مكانًا مستويًا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عن المنحدرات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تجنب مجاري الأودية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عن الأشجار الجافة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عن مسارات المركبات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تجنب خطوط الكهرباء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التزم بالمواقع المخصصة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تأكد من وجود مساحة آمنة بين الخيام ومصادر الحرارة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C.5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من الحرائق في المخيم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مصادر الحرارة قد تسبب حرائق إذا استُخدمت بطريقة غير آمنة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النار في مكان مفتوح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النار عن الخيام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النار دون متابعة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جهّز ماء ورمل للإطفاء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تشعل النار في الرياح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تأكد من إطفاء الجمر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ترمِ بقايا الفحم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جمرة صغيرة قد تتحول إلى حريق كبير إذا تُركت دون متابعة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C.5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داخل الخيام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الخيام قابلة للاشتعال، لذلك يجب إبعاد النار ومصادر الحرارة عنها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الفحم داخل الخيمة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الحرارة عن القماش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اترك المخرج واضحًا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تكدس الأغراض قرب المدخل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إضاءة آمنة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تمرر التمديدات عشوائيًا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الأطفال عن الطبخ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الخيمة مكان للراحة، يجب أن تكون بعيدة عن مصادر الحرارة ومجهزة بأمان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C.5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من أول أكسيد الكربون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غاز لا لون له ولا رائحة، تراكمه في الأماكن المغلقة قاتل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FEF2F2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154680" y="4617720"/>
            <a:ext cx="594360" cy="594360"/>
          </a:xfrm>
          <a:prstGeom prst="ellipse">
            <a:avLst/>
          </a:prstGeom>
          <a:solidFill>
            <a:srgbClr val="DC2626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4754880"/>
            <a:ext cx="320040" cy="3200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846320" y="269748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11320272" y="272491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0"/>
          <p:cNvSpPr/>
          <p:nvPr/>
        </p:nvSpPr>
        <p:spPr>
          <a:xfrm>
            <a:off x="11320272" y="2724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983480" y="269748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الفحم داخل الخيمة أو المركبة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846320" y="309067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11320272" y="311810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4"/>
          <p:cNvSpPr/>
          <p:nvPr/>
        </p:nvSpPr>
        <p:spPr>
          <a:xfrm>
            <a:off x="11320272" y="3118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983480" y="309067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الشوايات في مكان مغلق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846320" y="3483864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1320272" y="351129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18"/>
          <p:cNvSpPr/>
          <p:nvPr/>
        </p:nvSpPr>
        <p:spPr>
          <a:xfrm>
            <a:off x="11320272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983480" y="3483864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تشغل المولدات قرب الخيام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846320" y="3877056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11320272" y="390448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2"/>
          <p:cNvSpPr/>
          <p:nvPr/>
        </p:nvSpPr>
        <p:spPr>
          <a:xfrm>
            <a:off x="11320272" y="3904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983480" y="3877056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ضع المولد في مكان جيد التهوية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846320" y="4270248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1320272" y="42976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6"/>
          <p:cNvSpPr/>
          <p:nvPr/>
        </p:nvSpPr>
        <p:spPr>
          <a:xfrm>
            <a:off x="11320272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983480" y="4270248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تنم قرب بقايا فحم أو دخان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4846320" y="466344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11320272" y="469087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0"/>
          <p:cNvSpPr/>
          <p:nvPr/>
        </p:nvSpPr>
        <p:spPr>
          <a:xfrm>
            <a:off x="11320272" y="4690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4983480" y="466344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غادر فورًا عند الصداع أو الدوار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4846320" y="505663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11320272" y="508406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0" name="Text 34"/>
          <p:cNvSpPr/>
          <p:nvPr/>
        </p:nvSpPr>
        <p:spPr>
          <a:xfrm>
            <a:off x="11320272" y="5084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4983480" y="505663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اطلب المساعدة عند الاشتباه بخطر</a:t>
            </a:r>
            <a:endParaRPr lang="en-US" sz="1200" dirty="0"/>
          </a:p>
        </p:txBody>
      </p:sp>
      <p:sp>
        <p:nvSpPr>
          <p:cNvPr id="42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أعراض التسمم: صداع، دوار، غثيان، تعب — انتقل فورًا إلى الهواء الطلق</a:t>
            </a:r>
            <a:endParaRPr lang="ar-AE" sz="1200" dirty="0"/>
          </a:p>
        </p:txBody>
      </p:sp>
      <p:sp>
        <p:nvSpPr>
          <p:cNvPr id="44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4" descr="/home/claude/assets/social_ic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C.5</a:t>
            </a:r>
            <a:endParaRPr lang="en-US" sz="1000" dirty="0"/>
          </a:p>
        </p:txBody>
      </p:sp>
      <p:sp>
        <p:nvSpPr>
          <p:cNvPr id="54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الكهربائية في المخيمات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التوصيلات المؤقتة في المخيم تحتاج إلى متابعة وحذر مستمر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تمديدات معتمدة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تجنّب التمديدات التالفة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التمديدات عن الماء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تمرر التمديدات في الممرات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تحمّل المولد فوق طاقته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افصل الأجهزة غير المستخدمة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تلمس الكهرباء بيد مبللة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الكهرباء في الموقع المفتوح أكثر عرضة للرطوبة والتلف — افحصها باستمرار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C.5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سلامة الأطفال في الرحلات البرية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المساحات المفتوحة تحتاج إلى مراقبة أكثر، وليس أقل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 الأطفال باستمرار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أبعدهم عن النار والشوايات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حدد لهم حدودًا واضحة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علّمهم البقاء مع المجموعة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تتركهم قرب الطرق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ألبسهم ملابس مناسبة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علّمهم طلب المساعدة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الأطفال أكثر عرضة للضياع أو الإصابات في المواقع المفتوحة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C.5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أثناء القيادة في البر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التنقل في المناطق البرية يحتاج إلى مركبة جاهزة وقيادة حذرة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افحص المركبة قبل الرحلة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تأكد من توفر الوقود الكافي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تجنب القيادة في مناطق غير مناسبة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تجنب السرعة والقيادة الاستعراضية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المركبة تعمل قرب الخيام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انتبه للأطفال والمشاة في الموقع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احتفظ بأدوات مساعدة للطوارئ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5605272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40" name="Text 36"/>
          <p:cNvSpPr/>
          <p:nvPr/>
        </p:nvSpPr>
        <p:spPr>
          <a:xfrm>
            <a:off x="5605272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8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594360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الآخرين عند الانطلاق منفردًا</a:t>
            </a:r>
            <a:endParaRPr lang="en-US" sz="1300" dirty="0"/>
          </a:p>
        </p:txBody>
      </p:sp>
      <p:sp>
        <p:nvSpPr>
          <p:cNvPr id="42" name="Shape 38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القيادة الآمنة جزء أساسي من سلامة الرحلة</a:t>
            </a:r>
            <a:endParaRPr lang="ar-AE" sz="1200" dirty="0"/>
          </a:p>
        </p:txBody>
      </p:sp>
      <p:sp>
        <p:nvSpPr>
          <p:cNvPr id="44" name="Shape 4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4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C.5</a:t>
            </a:r>
            <a:endParaRPr lang="en-US" sz="1000" dirty="0"/>
          </a:p>
        </p:txBody>
      </p:sp>
      <p:sp>
        <p:nvSpPr>
          <p:cNvPr id="54" name="Shape 4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التعامل مع الطقس والبيئة المحيطة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قد تتغير الأجواء بسرعة في المناطق البرية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تابع حالة الطقس قبل وأثناء الرحلة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تجنب التخييم في مجاري الأودية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غادر فورًا عند تنبيه السيول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ثبّت الخيام والمعدات جيدًا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تجنب التعرض الطويل للشمس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اشرب الماء بانتظام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ارتدِ ملابس مناسبة للطقس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5605272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40" name="Text 36"/>
          <p:cNvSpPr/>
          <p:nvPr/>
        </p:nvSpPr>
        <p:spPr>
          <a:xfrm>
            <a:off x="5605272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8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594360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عن المناطق غير المستقرة</a:t>
            </a:r>
            <a:endParaRPr lang="en-US" sz="1300" dirty="0"/>
          </a:p>
        </p:txBody>
      </p:sp>
      <p:sp>
        <p:nvSpPr>
          <p:cNvPr id="42" name="Shape 38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الالتزام بالتنبيهات الجوية يحميك من مخاطر غير متوقعة</a:t>
            </a:r>
            <a:endParaRPr lang="ar-AE" sz="1200" dirty="0"/>
          </a:p>
        </p:txBody>
      </p:sp>
      <p:sp>
        <p:nvSpPr>
          <p:cNvPr id="44" name="Shape 4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4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C.5</a:t>
            </a:r>
            <a:endParaRPr lang="en-US" sz="1000" dirty="0"/>
          </a:p>
        </p:txBody>
      </p:sp>
      <p:sp>
        <p:nvSpPr>
          <p:cNvPr id="54" name="Shape 4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الإسعافات الأولية وطلب المساعدة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الموقع الدقيق يساعد فرق الطوارئ على الوصول بسرعة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005840" y="2606040"/>
            <a:ext cx="1828800" cy="182880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1" name="Shape 7"/>
          <p:cNvSpPr/>
          <p:nvPr/>
        </p:nvSpPr>
        <p:spPr>
          <a:xfrm>
            <a:off x="1170432" y="2770632"/>
            <a:ext cx="1499616" cy="14996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8"/>
          <p:cNvSpPr/>
          <p:nvPr/>
        </p:nvSpPr>
        <p:spPr>
          <a:xfrm>
            <a:off x="1005840" y="2971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999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1005840" y="36393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EMERGENCY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200400" y="2788920"/>
            <a:ext cx="85496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762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3383280" y="2834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نصيحة عند الإصابة: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383280" y="32004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"أبعد المصاب عن مصدر الخطر إذا كان آمنًا، ولا تحركه إذا كانت إصابته خطيرة"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56235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4523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116" y="482346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6819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جهّز حقيبة إسعافات أولية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335127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353415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7036" y="482346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35711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احفظ أرقام الطوارئ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614019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32307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4823460"/>
            <a:ext cx="320040" cy="3200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14603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حدد موقعك بدقة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892911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911199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4876" y="4823460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93495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تقدم إسعافات لا تعرفها</a:t>
            </a:r>
            <a:endParaRPr lang="en-US" sz="1300" dirty="0"/>
          </a:p>
        </p:txBody>
      </p:sp>
      <p:sp>
        <p:nvSpPr>
          <p:cNvPr id="33" name="Shape 25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بالطوارئ على الرقم 999 عند الحالات الخطيرة، وحدد موقعك بوضوح</a:t>
            </a:r>
            <a:endParaRPr lang="ar-AE" sz="1200" dirty="0"/>
          </a:p>
        </p:txBody>
      </p:sp>
      <p:sp>
        <p:nvSpPr>
          <p:cNvPr id="35" name="Shape 27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6" name="Image 6" descr="/home/claude/assets/social_icon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0" name="Text 31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1" name="Shape 32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2" name="Text 33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3" name="Shape 34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4" name="Text 35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C.5</a:t>
            </a:r>
            <a:endParaRPr lang="en-US" sz="1000" dirty="0"/>
          </a:p>
        </p:txBody>
      </p:sp>
      <p:sp>
        <p:nvSpPr>
          <p:cNvPr id="45" name="Shape 36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6" name="Text 37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المحافظة على البيئة وسلامة الموقع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اترك الموقع آمنًا ونظيفًا كما تحب أن تجده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ضع المخلفات في أكياس مخصصة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زجاجًا أو أدوات حادة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أطفئ الفحم والجمر بالكامل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تتلف النباتات والمرافق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تدفن المواد الخطرة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حافظ على نظافة الموقع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أي خطر أو حريق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السلوك المسؤول يحافظ على البيئة ويقلل المخاطر على الزوار الآخرين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C.5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ولا تفعل في المخيمات والرحلات البرية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ممارسات صحيحة وأخرى يجب تجنّبها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153912" y="2606040"/>
            <a:ext cx="5577840" cy="5029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 ✓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1320272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1320272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336792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خطط للرحلة قبل الانطلاق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1320272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320272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336792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اختر موقعًا آمنًا للتخييم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1320272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1320272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336792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النار عن الخيام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1320272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1320272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336792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 الأطفال باستمرار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11320272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1320272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336792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تابع حالة الطقس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11320272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1320272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336792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جهّز حقيبة إسعافات أولية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11320272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11320272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6336792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أطفئ الجمر بالكامل قبل المغادرة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457200" y="2606040"/>
            <a:ext cx="557784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6" name="Text 32"/>
          <p:cNvSpPr/>
          <p:nvPr/>
        </p:nvSpPr>
        <p:spPr>
          <a:xfrm>
            <a:off x="640080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تفعل  ✕</a:t>
            </a:r>
            <a:endParaRPr lang="en-US" sz="1800" dirty="0"/>
          </a:p>
        </p:txBody>
      </p:sp>
      <p:sp>
        <p:nvSpPr>
          <p:cNvPr id="37" name="Shape 33"/>
          <p:cNvSpPr/>
          <p:nvPr/>
        </p:nvSpPr>
        <p:spPr>
          <a:xfrm>
            <a:off x="5623560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623560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40080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الفحم داخل الخيام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5623560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623560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40080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النار دون مراقبة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5623560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623560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640080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تخيم في مجاري الأودية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5623560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623560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640080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تمديدات تالفة</a:t>
            </a:r>
            <a:endParaRPr lang="en-US" sz="1300" dirty="0"/>
          </a:p>
        </p:txBody>
      </p:sp>
      <p:sp>
        <p:nvSpPr>
          <p:cNvPr id="49" name="Shape 45"/>
          <p:cNvSpPr/>
          <p:nvPr/>
        </p:nvSpPr>
        <p:spPr>
          <a:xfrm>
            <a:off x="5623560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5623560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640080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تقد بسرعة قرب المخيم</a:t>
            </a:r>
            <a:endParaRPr lang="en-US" sz="1300" dirty="0"/>
          </a:p>
        </p:txBody>
      </p:sp>
      <p:sp>
        <p:nvSpPr>
          <p:cNvPr id="52" name="Shape 48"/>
          <p:cNvSpPr/>
          <p:nvPr/>
        </p:nvSpPr>
        <p:spPr>
          <a:xfrm>
            <a:off x="5623560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5623560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54" name="Text 50"/>
          <p:cNvSpPr/>
          <p:nvPr/>
        </p:nvSpPr>
        <p:spPr>
          <a:xfrm>
            <a:off x="640080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المخلفات في الموقع</a:t>
            </a:r>
            <a:endParaRPr lang="en-US" sz="1300" dirty="0"/>
          </a:p>
        </p:txBody>
      </p:sp>
      <p:sp>
        <p:nvSpPr>
          <p:cNvPr id="55" name="Shape 51"/>
          <p:cNvSpPr/>
          <p:nvPr/>
        </p:nvSpPr>
        <p:spPr>
          <a:xfrm>
            <a:off x="5623560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5623560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57" name="Text 53"/>
          <p:cNvSpPr/>
          <p:nvPr/>
        </p:nvSpPr>
        <p:spPr>
          <a:xfrm>
            <a:off x="640080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تشعل النار في الرياح الشديدة</a:t>
            </a:r>
            <a:endParaRPr lang="en-US" sz="1300" dirty="0"/>
          </a:p>
        </p:txBody>
      </p:sp>
      <p:sp>
        <p:nvSpPr>
          <p:cNvPr id="58" name="Shape 54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59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60" name="Shape 55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62" name="Shape 57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64" name="Shape 59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5" name="Text 60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66" name="Shape 61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7" name="Text 62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C.5</a:t>
            </a:r>
            <a:endParaRPr lang="en-US" sz="1000" dirty="0"/>
          </a:p>
        </p:txBody>
      </p:sp>
      <p:sp>
        <p:nvSpPr>
          <p:cNvPr id="68" name="Shape 63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9" name="Text 64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سيناريوهات تفاعلية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تطبيق عملي لما تعلمته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336792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1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525512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لاحظت شخصًا يشعل الفحم داخل الخيمة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36792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73952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امنعه فورًا، وافتح التهوية، وانقل مصدر الحرارة إلى مكان خارجي آمن</a:t>
            </a:r>
            <a:endParaRPr lang="ar-AE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8" name="Text 14"/>
          <p:cNvSpPr/>
          <p:nvPr/>
        </p:nvSpPr>
        <p:spPr>
          <a:xfrm>
            <a:off x="640080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828800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بدأت الرياح تشتد بالقرب من المخيم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40080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77240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ثبّت الخيام، أطفئ مصادر النار، وتابع التنبيهات الرسمية</a:t>
            </a:r>
            <a:endParaRPr lang="ar-AE" sz="1200" dirty="0"/>
          </a:p>
        </p:txBody>
      </p:sp>
      <p:sp>
        <p:nvSpPr>
          <p:cNvPr id="22" name="Shape 18"/>
          <p:cNvSpPr/>
          <p:nvPr/>
        </p:nvSpPr>
        <p:spPr>
          <a:xfrm>
            <a:off x="6153912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336792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6336792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3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525512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طفل ابتعد عن موقع المخيم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336792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473952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المجموعة فورًا، وابدأ البحث المنظم دون ترك الأطفال الآخرين دون مراقبة</a:t>
            </a:r>
            <a:endParaRPr lang="ar-AE" sz="1200" dirty="0"/>
          </a:p>
        </p:txBody>
      </p:sp>
      <p:sp>
        <p:nvSpPr>
          <p:cNvPr id="28" name="Shape 24"/>
          <p:cNvSpPr/>
          <p:nvPr/>
        </p:nvSpPr>
        <p:spPr>
          <a:xfrm>
            <a:off x="457200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40080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30" name="Text 26"/>
          <p:cNvSpPr/>
          <p:nvPr/>
        </p:nvSpPr>
        <p:spPr>
          <a:xfrm>
            <a:off x="640080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4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828800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بقي جمر بعد الانتهاء من الشواء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640080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77240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أطفئه بالكامل بالماء أو الرمل وتأكد من برودته قبل المغادرة</a:t>
            </a:r>
            <a:endParaRPr lang="ar-AE" sz="1200" dirty="0"/>
          </a:p>
        </p:txBody>
      </p:sp>
      <p:sp>
        <p:nvSpPr>
          <p:cNvPr id="34" name="Shape 3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C.5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اختبر معلوماتك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أسئلة سريعة لتقييم فهمك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201400" y="2706624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2770632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" y="2651760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س1: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يجوز استخدام الفحم داخل الخيمة؟</a:t>
            </a:r>
            <a:endParaRPr lang="ar-AE" sz="1300" dirty="0"/>
          </a:p>
        </p:txBody>
      </p:sp>
      <p:sp>
        <p:nvSpPr>
          <p:cNvPr id="14" name="Text 9"/>
          <p:cNvSpPr/>
          <p:nvPr/>
        </p:nvSpPr>
        <p:spPr>
          <a:xfrm>
            <a:off x="640080" y="2898648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لأنه قد يسبب حريقًا أو تسممًا بأول أكسيد الكربون</a:t>
            </a:r>
            <a:endParaRPr lang="ar-AE" sz="1100" dirty="0"/>
          </a:p>
        </p:txBody>
      </p:sp>
      <p:sp>
        <p:nvSpPr>
          <p:cNvPr id="15" name="Shape 10"/>
          <p:cNvSpPr/>
          <p:nvPr/>
        </p:nvSpPr>
        <p:spPr>
          <a:xfrm>
            <a:off x="457200" y="3209544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1201400" y="3310128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3374136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" y="3255264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س2: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أين يجب إشعال النار أو الشواء؟</a:t>
            </a:r>
            <a:endParaRPr lang="ar-AE" sz="1300" dirty="0"/>
          </a:p>
        </p:txBody>
      </p:sp>
      <p:sp>
        <p:nvSpPr>
          <p:cNvPr id="19" name="Text 13"/>
          <p:cNvSpPr/>
          <p:nvPr/>
        </p:nvSpPr>
        <p:spPr>
          <a:xfrm>
            <a:off x="640080" y="3502152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مكان مفتوح وآمن وبعيد عن الخيام والمواد القابلة للاشتعال</a:t>
            </a:r>
            <a:endParaRPr lang="ar-AE" sz="1100" dirty="0"/>
          </a:p>
        </p:txBody>
      </p:sp>
      <p:sp>
        <p:nvSpPr>
          <p:cNvPr id="20" name="Shape 14"/>
          <p:cNvSpPr/>
          <p:nvPr/>
        </p:nvSpPr>
        <p:spPr>
          <a:xfrm>
            <a:off x="457200" y="3813048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1201400" y="3913632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3977640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3858768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س3: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لا نخيم في مجاري الأودية؟</a:t>
            </a:r>
            <a:endParaRPr lang="ar-AE" sz="1300" dirty="0"/>
          </a:p>
        </p:txBody>
      </p:sp>
      <p:sp>
        <p:nvSpPr>
          <p:cNvPr id="24" name="Text 17"/>
          <p:cNvSpPr/>
          <p:nvPr/>
        </p:nvSpPr>
        <p:spPr>
          <a:xfrm>
            <a:off x="640080" y="4105656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لأنها قد تتعرض لجريان المياه أو السيول عند تغير الطقس</a:t>
            </a:r>
            <a:endParaRPr lang="ar-AE" sz="1100" dirty="0"/>
          </a:p>
        </p:txBody>
      </p:sp>
      <p:sp>
        <p:nvSpPr>
          <p:cNvPr id="25" name="Shape 18"/>
          <p:cNvSpPr/>
          <p:nvPr/>
        </p:nvSpPr>
        <p:spPr>
          <a:xfrm>
            <a:off x="457200" y="4416552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11201400" y="4517136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4581144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40080" y="4462272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س4: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قبل مغادرة المخيم؟</a:t>
            </a:r>
            <a:endParaRPr lang="ar-AE" sz="1300" dirty="0"/>
          </a:p>
        </p:txBody>
      </p:sp>
      <p:sp>
        <p:nvSpPr>
          <p:cNvPr id="29" name="Text 21"/>
          <p:cNvSpPr/>
          <p:nvPr/>
        </p:nvSpPr>
        <p:spPr>
          <a:xfrm>
            <a:off x="640080" y="4709160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أتأكد من إطفاء الجمر والنار بالكامل وتنظيف الموقع</a:t>
            </a:r>
            <a:endParaRPr lang="ar-AE" sz="1100" dirty="0"/>
          </a:p>
        </p:txBody>
      </p:sp>
      <p:sp>
        <p:nvSpPr>
          <p:cNvPr id="30" name="Shape 22"/>
          <p:cNvSpPr/>
          <p:nvPr/>
        </p:nvSpPr>
        <p:spPr>
          <a:xfrm>
            <a:off x="457200" y="5020056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11201400" y="5120640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5184648"/>
            <a:ext cx="237744" cy="23774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40080" y="5065776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س5: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يجب تحديد موقع الرحلة لشخص آخر؟</a:t>
            </a:r>
            <a:endParaRPr lang="ar-AE" sz="1300" dirty="0"/>
          </a:p>
        </p:txBody>
      </p:sp>
      <p:sp>
        <p:nvSpPr>
          <p:cNvPr id="34" name="Text 25"/>
          <p:cNvSpPr/>
          <p:nvPr/>
        </p:nvSpPr>
        <p:spPr>
          <a:xfrm>
            <a:off x="640080" y="5312664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لتسهيل الوصول والمساعدة عند الطوارئ</a:t>
            </a:r>
            <a:endParaRPr lang="ar-AE" sz="1100" dirty="0"/>
          </a:p>
        </p:txBody>
      </p:sp>
      <p:sp>
        <p:nvSpPr>
          <p:cNvPr id="35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6" name="Image 7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7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8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9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0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1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2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3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C.5</a:t>
            </a:r>
            <a:endParaRPr lang="en-US" sz="1000" dirty="0"/>
          </a:p>
        </p:txBody>
      </p:sp>
      <p:sp>
        <p:nvSpPr>
          <p:cNvPr id="45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6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62956" y="1280160"/>
            <a:ext cx="1463040" cy="146304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7276" y="1554480"/>
            <a:ext cx="914400" cy="914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4747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4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شكرًا لكم</a:t>
            </a:r>
            <a:endParaRPr lang="en-US" sz="4400" dirty="0"/>
          </a:p>
        </p:txBody>
      </p:sp>
      <p:sp>
        <p:nvSpPr>
          <p:cNvPr id="11" name="Text 6"/>
          <p:cNvSpPr/>
          <p:nvPr/>
        </p:nvSpPr>
        <p:spPr>
          <a:xfrm>
            <a:off x="457200" y="4297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7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في المخيمات والرحلات البرية مسؤولية الجميع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5637276" y="47548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خطط قبل الرحلة • اختر موقعًا آمنًا • أبعد النار • راقب الأطفال • عند الطوارئ اتصل بـ 999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2286000" y="5440680"/>
            <a:ext cx="7589520" cy="68580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 w="9525">
            <a:solidFill>
              <a:srgbClr val="0B4EA2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2286000" y="54406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b="1" i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"رحلة آمنة تعني عودة آمنة وذكريات أجمل"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7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C.5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1461</Words>
  <Application>Microsoft Office PowerPoint</Application>
  <PresentationFormat>شاشة عريضة</PresentationFormat>
  <Paragraphs>327</Paragraphs>
  <Slides>17</Slides>
  <Notes>17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17</vt:i4>
      </vt:variant>
    </vt:vector>
  </HeadingPairs>
  <TitlesOfParts>
    <vt:vector size="21" baseType="lpstr">
      <vt:lpstr>Arial</vt:lpstr>
      <vt:lpstr>Calibri</vt:lpstr>
      <vt:lpstr>Tajawal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السلامة في المخيمات والرحلات البرية</dc:title>
  <dc:subject>PptxGenJS Presentation</dc:subject>
  <dc:creator>هيئة أبوظبي للدفاع المدني</dc:creator>
  <cp:lastModifiedBy>Lenovo</cp:lastModifiedBy>
  <cp:revision>1</cp:revision>
  <dcterms:created xsi:type="dcterms:W3CDTF">2026-05-06T22:58:47Z</dcterms:created>
  <dcterms:modified xsi:type="dcterms:W3CDTF">2026-05-06T23:02:28Z</dcterms:modified>
</cp:coreProperties>
</file>