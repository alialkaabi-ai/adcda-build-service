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0971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2.png"/><Relationship Id="rId5" Type="http://schemas.openxmlformats.org/officeDocument/2006/relationships/image" Target="../media/image18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7.png"/><Relationship Id="rId5" Type="http://schemas.openxmlformats.org/officeDocument/2006/relationships/image" Target="../media/image19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33.png"/><Relationship Id="rId5" Type="http://schemas.openxmlformats.org/officeDocument/2006/relationships/image" Target="../media/image17.png"/><Relationship Id="rId10" Type="http://schemas.openxmlformats.org/officeDocument/2006/relationships/image" Target="../media/image26.png"/><Relationship Id="rId4" Type="http://schemas.openxmlformats.org/officeDocument/2006/relationships/image" Target="../media/image2.png"/><Relationship Id="rId9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36.png"/><Relationship Id="rId5" Type="http://schemas.openxmlformats.org/officeDocument/2006/relationships/image" Target="../media/image20.png"/><Relationship Id="rId10" Type="http://schemas.openxmlformats.org/officeDocument/2006/relationships/image" Target="../media/image35.png"/><Relationship Id="rId4" Type="http://schemas.openxmlformats.org/officeDocument/2006/relationships/image" Target="../media/image2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40.png"/><Relationship Id="rId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المخيمات والرحلات البرية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رحلة آمنة… ووعي بالمخاطر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097280" y="52578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"الاستمتاع بالرحلات البرية يبدأ من التخطيط الجيد، والالتزام بإرشادات السلامة، واحترام البيئة والمرافق"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بالسلامة في الرحلات البرية؟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المناطق المفتوحة والبعيدة عن الخدمات تحتاج إلى استعداد مسبق وسلوك آمن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المخيمات ومواقع الشواء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الإصابات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وتجنب الضياع في البر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وكبار السن في الموقع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للطقس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التغيرات الجوية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البيئة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المحافظة على البر والمرافق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طلب المساعدة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تسهيل الوصول عند الطوارئ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رحلة آمنة تبدأ قبل الوصول إلى موقع التخييم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قبل الذهاب إلى الرحلة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التخطيط المسبق يقلل المخاطر ويساعد على التعامل مع الطوارئ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موقع تخييم آمن ومسموح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إبلاغ أحد المقربين بموقع الرحلة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حالة المركبة قبل الانطلاق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حالة الطقس والتنبيهات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تجهيز حقيبة إسعافات أولية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توفير ماء وغذاء بكمية كافية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شحن الأجهزة وتوفير طاقة احتياطية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أقرب طريق أو نقطة مساعدة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الجيد يمنحك رحلة أكثر أمانًا وراحة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موقع المخيم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الخاطئ قد يزيد خطر السيول أو الحرائق أو الحوادث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اختر مكانًا مستويًا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المنحدرات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مجاري الأودية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الأشجار الجافة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مسارات المركبات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خطوط الكهرباء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بالمواقع المخصصة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وجود مساحة آمنة بين الخيام ومصادر الحرارة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من الحرائق في المخيم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الحرارة قد تسبب حرائق إذا استُخدمت بطريقة غير آمنة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النار في مكان مفتوح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النار عن الخيام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النار دون متابعة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ماء ورمل للإطفاء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تشعل النار في الرياح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إطفاء الجمر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ترمِ بقايا الفحم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جمرة صغيرة قد تتحول إلى حريق كبير إذا تُركت دون متابعة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داخل الخيام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الخيام قابلة للاشتعال، لذلك يجب إبعاد النار ومصادر الحرارة عنها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الفحم داخل الخيمة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الحرارة عن القماش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المخرج واضحًا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تكدس الأغراض قرب المدخل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إضاءة آمنة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تمرر التمديدات عشوائيًا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الطبخ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الخيمة مكان للراحة، يجب أن تكون بعيدة عن مصادر الحرارة ومجهزة بأمان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أول أكسيد الكربون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غاز لا لون له ولا رائحة، تراكمه في الأماكن المغلقة قاتل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الفحم داخل الخيمة أو المركبة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الشوايات في مكان مغلق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تشغل المولدات قرب الخيام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المولد في مكان جيد التهوية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تنم قرب بقايا فحم أو دخان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غادر فورًا عند الصداع أو الدوار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المساعدة عند الاشتباه بخطر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أعراض التسمم: صداع، دوار، غثيان، تعب — انتقل فورًا إلى الهواء الطلق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في المخيمات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التوصيلات المؤقتة في المخيم تحتاج إلى متابعة وحذر مستمر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تمديدات معتمدة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التمديدات التالفة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التمديدات عن الماء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تمرر التمديدات في الممرات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المولد فوق طاقته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الأجهزة غير المستخدمة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 الكهرباء بيد مبللة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الكهرباء في الموقع المفتوح أكثر عرضة للرطوبة والتلف — افحصها باستمرار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الأطفال في الرحلات البرية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المساحات المفتوحة تحتاج إلى مراقبة أكثر، وليس أقل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باستمرار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أبعدهم عن النار والشوايات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لهم حدودًا واضحة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البقاء مع المجموعة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قرب الطرق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ألبسهم ملابس مناسبة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طلب المساعدة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 أكثر عرضة للضياع أو الإصابات في المواقع المفتوحة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أثناء القيادة في البر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التنقل في المناطق البرية يحتاج إلى مركبة جاهزة وقيادة حذرة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المركبة قبل الرحلة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توفر الوقود الكافي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القيادة في مناطق غير مناسبة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السرعة والقيادة الاستعراضية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المركبة تعمل قرب الخيام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للأطفال والمشاة في الموقع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احتفظ بأدوات مساعدة للطوارئ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الآخرين عند الانطلاق منفردًا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القيادة الآمنة جزء أساسي من سلامة الرحلة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الطقس والبيئة المحيطة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تتغير الأجواء بسرعة في المناطق البرية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حالة الطقس قبل وأثناء الرحلة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التخييم في مجاري الأودية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غادر فورًا عند تنبيه السيول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ثبّت الخيام والمعدات جيدًا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التعرض الطويل للشمس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اشرب الماء بانتظام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ارتدِ ملابس مناسبة للطقس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المناطق غير المستقرة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بالتنبيهات الجوية يحميك من مخاطر غير متوقعة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الإسعافات الأولية وطلب المساعدة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الدقيق يساعد فرق الطوارئ على الوصول بسرعة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نصيحة عند الإصابة: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"أبعد المصاب عن مصدر الخطر إذا كان آمنًا، ولا تحركه إذا كانت إصابته خطيرة"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حقيبة إسعافات أولية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أرقام الطوارئ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موقعك بدقة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تقدم إسعافات لا تعرفها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بالطوارئ على الرقم 999 عند الحالات الخطيرة، وحدد موقعك بوضوح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المحافظة على البيئة وسلامة الموقع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الموقع آمنًا ونظيفًا كما تحب أن تجده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المخلفات في أكياس مخصصة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زجاجًا أو أدوات حادة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 الفحم والجمر بالكامل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تتلف النباتات والمرافق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تدفن المواد الخطرة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نظافة الموقع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 أو حريق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المسؤول يحافظ على البيئة ويقلل المخاطر على الزوار الآخرين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المخيمات والرحلات البرية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خطط للرحلة قبل الانطلاق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اختر موقعًا آمنًا للتخييم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النار عن الخيام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باستمرار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حالة الطقس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حقيبة إسعافات أولية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 الجمر بالكامل قبل المغادرة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الفحم داخل الخيام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النار دون مراقبة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تخيم في مجاري الأودية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تمديدات تالفة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تقد بسرعة قرب المخيم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المخلفات في الموقع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تشعل النار في الرياح الشديدة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شخصًا يشعل الفحم داخل الخيمة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امنعه فورًا، وافتح التهوية، وانقل مصدر الحرارة إلى مكان خارجي آمن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بدأت الرياح تشتد بالقرب من المخيم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ثبّت الخيام، أطفئ مصادر النار، وتابع التنبيهات الرسمية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ابتعد عن موقع المخيم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المجموعة فورًا، وابدأ البحث المنظم دون ترك الأطفال الآخرين دون مراقبة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 جمر بعد الانتهاء من الشواء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أطفئه بالكامل بالماء أو الرمل وتأكد من برودته قبل المغادرة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الفحم داخل الخيمة؟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لأنه قد يسبب حريقًا أو تسممًا بأول أكسيد الكربون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أين يجب إشعال النار أو الشواء؟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مكان مفتوح وآمن وبعيد عن الخيام والمواد القابلة للاشتعال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نخيم في مجاري الأودية؟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لأنها قد تتعرض لجريان المياه أو السيول عند تغير الطقس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قبل مغادرة المخيم؟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أتأكد من إطفاء الجمر والنار بالكامل وتنظيف الموقع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تحديد موقع الرحلة لشخص آخر؟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لتسهيل الوصول والمساعدة عند الطوارئ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المخيمات والرحلات البرية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خطط قبل الرحلة • اختر موقعًا آمنًا • أبعد النار • راقب الأطفال • عند الطوارئ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"رحلة آمنة تعني عودة آمنة وذكريات أجمل"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C.5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1461</Words>
  <Application>Microsoft Office PowerPoint</Application>
  <PresentationFormat>شاشة عريضة</PresentationFormat>
  <Paragraphs>327</Paragraphs>
  <Slides>17</Slides>
  <Notes>17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17</vt:i4>
      </vt:variant>
    </vt:vector>
  </HeadingPairs>
  <TitlesOfParts>
    <vt:vector size="21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في المخيمات والرحلات البرية</dc:title>
  <dc:subject>PptxGenJS Presentation</dc:subject>
  <dc:creator>هيئة أبوظبي للدفاع المدني</dc:creator>
  <cp:lastModifiedBy>Lenovo</cp:lastModifiedBy>
  <cp:revision>1</cp:revision>
  <dcterms:created xsi:type="dcterms:W3CDTF">2026-05-06T22:58:47Z</dcterms:created>
  <dcterms:modified xsi:type="dcterms:W3CDTF">2026-05-06T23:02:28Z</dcterms:modified>
</cp:coreProperties>
</file>