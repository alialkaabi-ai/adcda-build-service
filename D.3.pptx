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6134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0.png"/><Relationship Id="rId5" Type="http://schemas.openxmlformats.org/officeDocument/2006/relationships/image" Target="../media/image33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3.png"/><Relationship Id="rId5" Type="http://schemas.openxmlformats.org/officeDocument/2006/relationships/image" Target="../media/image38.png"/><Relationship Id="rId10" Type="http://schemas.openxmlformats.org/officeDocument/2006/relationships/image" Target="../media/image42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34.png"/><Relationship Id="rId5" Type="http://schemas.openxmlformats.org/officeDocument/2006/relationships/image" Target="../media/image19.png"/><Relationship Id="rId10" Type="http://schemas.openxmlformats.org/officeDocument/2006/relationships/image" Target="../media/image48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51.png"/><Relationship Id="rId5" Type="http://schemas.openxmlformats.org/officeDocument/2006/relationships/image" Target="../media/image49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34.png"/><Relationship Id="rId10" Type="http://schemas.openxmlformats.org/officeDocument/2006/relationships/image" Target="../media/image53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المرورية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التزامك بالسلامة المرورية يحميك ويحمي من حولك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"الإصابات المرورية يمكن تقليلها بالالتزام بقواعد السلامة، واستخدام وسائل الحماية، والانتباه لمستخدمي الطريق"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بالوقاية من الإصابات المرورية؟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الإصابات تشمل السائق والركاب والمشاة ومستخدمي الطريق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وتقليل الإصابات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شدة الحوادث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وقوعها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مسؤولية السائق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 نفسه والآخرين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والفئات الأكثر عرضة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رفع الوعي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بالسلوك المروري الآمن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الجميع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الطريق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الآمنة ليست مهارة فقط، بل مسؤولية تجاه المجتمع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تحدث الإصابات المرورية؟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يجتمع السلوك غير الآمن مع ضعف الانتباه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ربط حزام الأمان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أثناء القيادة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الزائدة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المفاجئ أو تغيير المسار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تثبيت الأطفال في المقاعد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عند الإرهاق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المشاة والدراجات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الحوادث البسيطة قد تسبب إصابات إذا لم تُستخدم وسائل الحماية بشكل صحيح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حزام الأمان: خط الدفاع الأول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 في كل رحلة مهما كانت قصيرة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اربطه قبل تحرك المركبة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ربط جميع الركاب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 خلف الظهر أو تحت الذراع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تثبيته بطريقة صحيحة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يحتاجون وسيلة حماية مناسبة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ضروري في المقاعد الأمامية والخلفية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المسافة القصيرة لا تعني أن الخطر غير موجود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داخل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أكثر الفئات عرضة للمخاطر عند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مقعد طفل مناسب للعمر والوزن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تثبيت المقعد حسب التعليمات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في المقاعد الخلفية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الطفل في الحضن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الطفل دون مراقبة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إغلاق الأبواب والنوافذ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الطفل ربط الحزام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حمل الطفل باليد لا يحميه عند التوقف المفاجئ أو الحادث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ومسافة الأمان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الزائدة تقلل قدرة السائق على التصرف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بالسرعة المحددة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في المناطق المدرسية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أمان كافية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زد المسافة في المطر والضباب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التوقف المفاجئ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للمركبات الثقيلة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باقي مستخدمي الطريق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السرعة لا تختصر الطريق بقدر ما تزيد احتمالية الخطر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التشتت أثناء القيادة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ثوانٍ قليلة من التشتت قد تكون كافية لوقوع حادث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الإلكترونية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الرسائل أو قراءتها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بالركاب أو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تناول الطعام والبحث عن أغراض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ضبط الأنظمة والشاشات أثناء الحركة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لأمور خارج الطريق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بالإشعارات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وجهتك قبل الانطلاق، وتوقف في مكان آمن إذا احتجت لاستخدام الأجهزة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الإرهاق وضعف التركيز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أثناء النعاس تقلل الانتباه والاستجابة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الإرهاق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التثاؤب المتكرر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531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التركيز وتشتت الانتباه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7457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الحفاظ على المسار •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28232" y="503834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بطء الاستجابة •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28232" y="533095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ثقل في العينين •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22" name="Text 17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إرشادات وقائية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1520" y="416052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احصل على راحة كافية قبل القيادة •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731520" y="44531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الشعور بالتعب •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31520" y="47457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لمسافات طويلة دون راحة •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31520" y="503834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تواصل عند ضعف التركيز •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731520" y="533095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استشر مختصًا عند تكرار الإرهاق •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للراحة قرار سلامة، وليس تأخيرًا غير ضروري</a:t>
            </a:r>
            <a:endParaRPr lang="ar-AE" sz="1200" dirty="0"/>
          </a:p>
        </p:txBody>
      </p:sp>
      <p:sp>
        <p:nvSpPr>
          <p:cNvPr id="32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المشاة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المشاة أكثر عرضة للإصابة عند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عند ممرات المشاة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للمشاة عند العبور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للأطفال وكبار السن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قرب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احذر عند الرجوع للخلف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احذر في المواقف العامة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إضافي قرب المدارس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للمشاة: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اعبر من الأماكن المخصصة، وتجنب الأجهزة الإلكترونية أثناء العبور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مستخدمي الدراجات والسكوترات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أقل حماية من ركاب المركبات، يحتاجون انتباهًا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الخوذة والحماية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بالمسارات المخصصة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النقاط العمياء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الإضاءة والعواكس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بالإشارات المرورية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أثناء الحركة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التحقق من حالة المركبة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للسائقين: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آمنة عند تجاوز الدراجات، وتحقق من النقاط العمياء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الحافلات والمركبات الجماعية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 إضافي بسبب عدد الركاب وحركة الصعود والنزول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في المقاعد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حزام الأمان عند توفره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أثناء سير المركبة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تخرج اليد أو الرأس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تشتت السائق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التوقف قبل النزول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احترم تعليمات الحافلة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للسائق: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إغلاق الأبواب وصعود ونزول الركاب بأمان قبل التحرك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الرؤية والظروف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الرؤية أو تغير الطريق يزيد احتمال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أمان أكبر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الأنوار المناسبة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تغيير المسار المفاجئ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إضافي في المطر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إضافي في الضباب والغبار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إذا أصبحت الرؤية غير كافية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في الظروف المتغيرة تحتاج هدوءًا ومسافة أكبر وتركيزًا أعلى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المقصورة الداخلية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 المقصورة يقلل الإصابات عند التوقف المفاجئ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الأغراض في الصندوق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أغراض حادة على المقاعد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الرؤية بالأمتعة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اضبط مساند الرأس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القدمين على لوحة القيادة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بطريقة آمنة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نظّم الأغراض ولا تكدّسها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الأغراض غير المثبتة قد تتحرك بقوة عند التوقف المفاجئ وتسبب 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الدخول والخروج من المركبة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لا تنتهي عند توقف المركبة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توقف المركبة بالكامل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 من الجهة الآمنة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للأطفال عند فتح الباب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خلو الجهة من الدراجات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بين المركبات المتحركة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رافق الأطفال في المواقف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المرايا قبل الفتح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تستمر حتى الوصول إلى مكان آمن خارج المركبة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وقوع حادث مروري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بهدوء وتجنب أي سلوك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 عند الحادث: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الركاب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الإشارات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بأمان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مسار المركبات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للخطر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الحادث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 المختصة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الحادث أو الوقوف في الطريق قد يؤدي إلى حوادث إضافية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السلامة المرورية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حزام الأمان في كل رحلة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مقعد الطفل المناسب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بالسرعة المحددة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مسافة أمان كافية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للمشاة والدراجات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الشعور بالإرهاق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الإصابات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أثناء القيادة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تجلس الأطفال دون حماية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السرعة المحددة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المركبات الأخرى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الباب قبل التأكد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إلا للخطر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في موقع الحادث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 الركاب الخلفيين يرفض ربط الحزام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المركبة حتى يربط جميع الركاب أحزمة الأمان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صغير يجلس دون مقعد حماية مناسب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مقعد طفل مناسب لعمره وحجمه، وثبّته بالطريقة الصحيحة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وصلتك رسالة على الجهاز أثناء القيادة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الجهاز، وتوقف في مكان آمن إذا كان الرد ضروريًا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وقع حادث أمامك وبدأ الناس بالتجمهر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المركبات، لا تتجمهر، واتصل بـ 999 إن لزم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ربط حزام الأمان في كل رحلة؟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يحمي السائق والركاب ويقلل شدة الإصابة عند الحوادث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نقل طفل صغير؟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مقعد طفل مناسب لعمره وحجمه وتثبيته بطريقة صحيحة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شعرت بالإرهاق أثناء القيادة؟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 وخذ قسطًا من الراحة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وقوع حادث به إصابات؟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999، أمّن المكان، ولا تحرك المصاب إلا للخطر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الإصابات المرورية تبدأ من قراراتك البسيطة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اربط الحزام • التزم بالسرعة • انتبه للمشاة • تجنب التشتت • عند الإصابات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"التزامك بالسلامة المرورية يحميك ويحمي من حولك"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D.3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1527</Words>
  <Application>Microsoft Office PowerPoint</Application>
  <PresentationFormat>شاشة عريضة</PresentationFormat>
  <Paragraphs>343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الإصابات المرورية</dc:title>
  <dc:subject>PptxGenJS Presentation</dc:subject>
  <dc:creator>هيئة أبوظبي للدفاع المدني</dc:creator>
  <cp:lastModifiedBy>Lenovo</cp:lastModifiedBy>
  <cp:revision>1</cp:revision>
  <dcterms:created xsi:type="dcterms:W3CDTF">2026-05-07T13:21:17Z</dcterms:created>
  <dcterms:modified xsi:type="dcterms:W3CDTF">2026-05-07T13:28:00Z</dcterms:modified>
</cp:coreProperties>
</file>