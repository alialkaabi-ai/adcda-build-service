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8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134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20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34.png"/><Relationship Id="rId5" Type="http://schemas.openxmlformats.org/officeDocument/2006/relationships/image" Target="../media/image19.png"/><Relationship Id="rId10" Type="http://schemas.openxmlformats.org/officeDocument/2006/relationships/image" Target="../media/image48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51.png"/><Relationship Id="rId5" Type="http://schemas.openxmlformats.org/officeDocument/2006/relationships/image" Target="../media/image49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34.png"/><Relationship Id="rId10" Type="http://schemas.openxmlformats.org/officeDocument/2006/relationships/image" Target="../media/image53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الإصابات المرورية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التزامك بالسلامة المرورية يحميك ويحمي من حولك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"الإصابات المرورية يمكن تقليلها بالالتزام بقواعد السلامة، واستخدام وسائل الحماية، والانتباه لمستخدمي الطريق"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بالوقاية من الإصابات المرورية؟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الإصابات تشمل السائق والركاب والمشاة ومستخدمي الطريق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وتقليل الإصابات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شدة الحوادث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وقوعها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مسؤولية السائق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 نفسه والآخرين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والفئات الأكثر عرضة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رفع الوعي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بالسلوك المروري الآمن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الجميع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على الطريق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الآمنة ليست مهارة فقط، بل مسؤولية تجاه المجتمع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تحدث الإصابات المرورية؟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يجتمع السلوك غير الآمن مع ضعف الانتباه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ربط حزام الأمان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الأجهزة أثناء القيادة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السرعة الزائدة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التوقف المفاجئ أو تغيير المسار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تثبيت الأطفال في المقاعد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عند الإرهاق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المشاة والدراجات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الحوادث البسيطة قد تسبب إصابات إذا لم تُستخدم وسائل الحماية بشكل صحيح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حزام الأمان: خط الدفاع الأول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استخدمه في كل رحلة مهما كانت قصيرة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اربطه قبل تحرك المركبة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ربط جميع الركاب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تضعه خلف الظهر أو تحت الذراع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تثبيته بطريقة صحيحة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يحتاجون وسيلة حماية مناسبة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ضروري في المقاعد الأمامية والخلفية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المسافة القصيرة لا تعني أن الخطر غير موجود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الأطفال داخل المركبة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أكثر الفئات عرضة للمخاطر عند 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مقعد طفل مناسب للعمر والوزن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تثبيت المقعد حسب التعليمات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في المقاعد الخلفية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الطفل في الحضن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الطفل دون مراقبة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إغلاق الأبواب والنوافذ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الطفل ربط الحزام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حمل الطفل باليد لا يحميه عند التوقف المفاجئ أو الحادث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السرعة ومسافة الأمان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السرعة الزائدة تقلل قدرة السائق على التصرف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بالسرعة المحددة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في المناطق المدرسية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مسافة أمان كافية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زد المسافة في المطر والضباب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التوقف المفاجئ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للمركبات الثقيلة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احترم باقي مستخدمي الطريق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السرعة لا تختصر الطريق بقدر ما تزيد احتمالية الخطر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التشتت أثناء القيادة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ثوانٍ قليلة من التشتت قد تكون كافية لوقوع حادث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الأجهزة الإلكترونية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كتابة الرسائل أو قراءتها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الانشغال بالركاب أو الأطفال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تناول الطعام والبحث عن أغراض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ضبط الأنظمة والشاشات أثناء الحركة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الانتباه لأمور خارج الطريق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الانشغال بالإشعارات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وجهتك قبل الانطلاق، وتوقف في مكان آمن إذا احتجت لاستخدام الأجهزة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الإرهاق وضعف التركيز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أثناء النعاس تقلل الانتباه والاستجابة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الإرهاق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554212" y="3246120"/>
            <a:ext cx="777240" cy="77724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34015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28232" y="41605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التثاؤب المتكرر 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28232" y="445312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التركيز وتشتت الانتباه •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28232" y="474573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الحفاظ على المسار •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28232" y="503834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بطء الاستجابة •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28232" y="53309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ثقل في العينين •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إرشادات وقائية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2857500" y="3246120"/>
            <a:ext cx="777240" cy="7772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4015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" y="41605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احصل على راحة كافية قبل القيادة •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31520" y="445312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عند الشعور بالتعب •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31520" y="474573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تقُد لمسافات طويلة دون راحة •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31520" y="503834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تواصل عند ضعف التركيز •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31520" y="53309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استشر مختصًا عند تكرار الإرهاق •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التوقف للراحة قرار سلامة، وليس تأخيرًا غير ضروري</a:t>
            </a:r>
            <a:endParaRPr lang="ar-AE" sz="1200" dirty="0"/>
          </a:p>
        </p:txBody>
      </p:sp>
      <p:sp>
        <p:nvSpPr>
          <p:cNvPr id="32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المشاة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المشاة أكثر عرضة للإصابة عند 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عند ممرات المشاة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للمشاة عند العبور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للأطفال وكبار السن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تتجاوز قرب الممرات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احذر عند الرجوع للخلف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احذر في المواقف العامة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حذر إضافي قرب المدارس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للمشاة: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اعبر من الأماكن المخصصة، وتجنب الأجهزة الإلكترونية أثناء العبور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مستخدمي الدراجات والسكوترات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أقل حماية من ركاب المركبات، يحتاجون انتباهًا إضافيًا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الخوذة والحماية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بالمسارات المخصصة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النقاط العمياء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الإضاءة والعواكس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بالإشارات المرورية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الأجهزة أثناء الحركة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التحقق من حالة المركبة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للسائقين: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مسافة آمنة عند تجاوز الدراجات، وتحقق من النقاط العمياء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الحافلات والمركبات الجماعية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التزام إضافي بسبب عدد الركاب وحركة الصعود والنزول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اجلس في المقاعد المخصصة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اربط حزام الأمان عند توفره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أثناء سير المركبة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تخرج اليد أو الرأس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تشتت السائق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التوقف قبل النزول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احترم تعليمات الحافلة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للسائق: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إغلاق الأبواب وصعود ونزول الركاب بأمان قبل التحرك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الرؤية والظروف الجوية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الرؤية أو تغير الطريق يزيد احتمال 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السرعة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مسافة أمان أكبر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الأنوار المناسبة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تغيير المسار المفاجئ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حذر إضافي في المطر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حذر إضافي في الضباب والغبار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إذا أصبحت الرؤية غير كافية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في الظروف المتغيرة تحتاج هدوءًا ومسافة أكبر وتركيزًا أعلى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المقصورة الداخلية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 المقصورة يقلل الإصابات عند التوقف المفاجئ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ثبّت الأغراض في الصندوق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أغراض حادة على المقاعد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الرؤية بالأمتعة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اضبط مساند الرأس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القدمين على لوحة القيادة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اجلس بطريقة آمنة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نظّم الأغراض ولا تكدّسها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الأغراض غير المثبتة قد تتحرك بقوة عند التوقف المفاجئ وتسبب إصابات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الدخول والخروج من المركبة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لا تنتهي عند توقف المركبة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توقف المركبة بالكامل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انزل من الجهة الآمنة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للأطفال عند فتح الباب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خلو الجهة من الدراجات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بين المركبات المتحركة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رافق الأطفال في المواقف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المرايا قبل الفتح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تستمر حتى الوصول إلى مكان آمن خارج المركبة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عند وقوع حادث مروري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بهدوء وتجنب أي سلوك يزيد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سريعة عند الحادث: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8328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2900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39496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4068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الركاب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40664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5236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41832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46404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بأمان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في مسار المركبات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إلا للخطر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حول الحادث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الجهات المختصة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التجمهر حول الحادث أو الوقوف في الطريق قد يؤدي إلى حوادث إضافية</a:t>
            </a:r>
            <a:endParaRPr lang="ar-AE" sz="1200" dirty="0"/>
          </a:p>
        </p:txBody>
      </p:sp>
      <p:sp>
        <p:nvSpPr>
          <p:cNvPr id="42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السلامة المرورية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اربط حزام الأمان في كل رحلة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مقعد الطفل المناسب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بالسرعة المحددة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مسافة أمان كافية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للمشاة والدراجات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عند الشعور بالإرهاق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الإصابات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الأجهزة أثناء القيادة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تجلس الأطفال دون حماية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تتجاوز السرعة المحددة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المركبات الأخرى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الباب قبل التأكد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إلا للخطر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في موقع الحادث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 الركاب الخلفيين يرفض ربط الحزام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المركبة حتى يربط جميع الركاب أحزمة الأمان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صغير يجلس دون مقعد حماية مناسب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مقعد طفل مناسب لعمره وحجمه، وثبّته بالطريقة الصحيحة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وصلتك رسالة على الجهاز أثناء القيادة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الجهاز، وتوقف في مكان آمن إذا كان الرد ضروريًا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وقع حادث أمامك وبدأ الناس بالتجمهر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مسار المركبات، لا تتجمهر، واتصل بـ 999 إن لزم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ربط حزام الأمان في كل رحلة؟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 يحمي السائق والركاب ويقلل شدة الإصابة عند الحوادث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الصحيح عند نقل طفل صغير؟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مقعد طفل مناسب لعمره وحجمه وتثبيته بطريقة صحيحة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شعرت بالإرهاق أثناء القيادة؟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في مكان آمن وخذ قسطًا من الراحة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عند وقوع حادث به إصابات؟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999، أمّن المكان، ولا تحرك المصاب إلا للخطر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الإصابات المرورية تبدأ من قراراتك البسيطة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اربط الحزام • التزم بالسرعة • انتبه للمشاة • تجنب التشتت • عند الإصابات اتصل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"التزامك بالسلامة المرورية يحميك ويحمي من حولك"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D.3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1527</Words>
  <Application>Microsoft Office PowerPoint</Application>
  <PresentationFormat>شاشة عريضة</PresentationFormat>
  <Paragraphs>343</Paragraphs>
  <Slides>19</Slides>
  <Notes>19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3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الوقاية من الإصابات المرورية</dc:title>
  <dc:subject>PptxGenJS Presentation</dc:subject>
  <dc:creator>هيئة أبوظبي للدفاع المدني</dc:creator>
  <cp:lastModifiedBy>Lenovo</cp:lastModifiedBy>
  <cp:revision>1</cp:revision>
  <dcterms:created xsi:type="dcterms:W3CDTF">2026-05-07T13:21:17Z</dcterms:created>
  <dcterms:modified xsi:type="dcterms:W3CDTF">2026-05-07T13:28:00Z</dcterms:modified>
</cp:coreProperties>
</file>