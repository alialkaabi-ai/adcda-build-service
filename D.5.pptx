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69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26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.png"/><Relationship Id="rId5" Type="http://schemas.openxmlformats.org/officeDocument/2006/relationships/image" Target="../media/image32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2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الحوادث المرورية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هدوء… وتأمين… وطلب المساعدة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بعد الحادث يبدأ بالهدوء، وتأمين المكان، وحماية الأشخاص، وطلب المساعدة من الجهات المختصة"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بالتصرف الصحيح عند الحوادث؟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الخاطئ بعد الحادث قد يضاعف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وقوع الحادث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الاصطدامات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الإضافية في الموقع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وصول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الجهات المختصة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 الوقوف الخاطئ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هادئ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للسائق والركاب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المسؤولية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المرورية الواعية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في أول دقيقة بعد الحادث يساعد على اتخاذ القرار الصحيح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قاعدة بعد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لسلامة الأشخاص وليس للمركبات أو الممتلكات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نفسك أولًا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الركاب ومن حولك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مسار 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الإشارات التحذيرية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عند الحاجة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تتصرف بعجلة أو انفعال — القرارات السريعة غير المدروسة قد تزيد الخطر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الآمن بعد الحادث البسيط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كانت المركبة قابلة للتحرك ولا توجد 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 المركبة لمكان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وسط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أمام المركبات القادمة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سلامة الركاب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المركبة عن مسار الطريق يمنع عرقلة الحركة وتقليل خطر الحوادث الإضافية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وجود إصابات أو 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الموقف على أنه حالة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 إن أمكن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على 999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الموقع بوضوح للجهات المختصة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عند خطر مباشر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فرق الاستجابة واتبع التعليمات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وسلامة الموجودين أهم من محاولة فحص المركبة أو إصلاحها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موقع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التأمين ينبه السائقين الآخرين ويقلل الحوادث الإضافية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الإشارات التحذيرية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المثلث التحذيري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مسار 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خلف الحواجز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بين مركبتين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الركاب عن المركبة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نفسك في خطر أثناء محاولة تأمين الموقع — الأمان الشخصي هو الأولوية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بالطوارئ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المعلومة الدقيقة تساعد فرق الطوارئ على الوصول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يجب تقديمها للطوارئ: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"موقع الحادث • عدد المركبات • وجود إصابات • دخان أو تسرب • أقرب معلم"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عدد المركبات المتضررة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إصابات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دخان أو حريق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الطوارئ: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على 999 عند وجود حالة طارئة أو خطر على الأرواح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الركاب بعد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خروج الركاب بطريقة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الهدوء وعدم النزول العشوائي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الجهة الآمنة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وكبار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اجمع الركاب في مكان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أحد يعود إلى المركبة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الركاب لا يعني الوقوف قرب المركبة، بل الانتقال إلى مكان آمن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لا تحرك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يكون فيها تحريك المركبة غير آمن أو غير 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إصابات أو خطر مباشر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دخان أو حريق أو تسرب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في وضع غير مستقر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تحريكها يزيد الخطر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الجهات المختصة عدم التحريك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تستطيع تحريكها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الحالات الخطرة، لا تحاول إصلاح المركبة أو تحريكها بنفسك — انتظر الجهات المختصة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تحريك المصاب إلا للضرورة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وتجنب التصرفات العشوائية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عند خطر مباشر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فورًا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بالقرب إذا كان آمنًا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وانتظر المختصين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تقدم تدخلات غير مدربة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 عن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بطلب الجهات المختصة وعدم تعريض المصاب لخطر إضافي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التجمهر عند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سلوكيات خاطئة قد تعيق الاستجابة وتزيد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إعاقة وصول مركبات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الازدحام في الموقع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تعريض المتجمهرين لحوادث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تشتيت انتباه السائقين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انتهاك خصوصية المتضررين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تعطيل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إذا لم تكن طرفًا فيه، واترك المجال للجهات المختصة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ونشر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 يضر بخصوصية المتضررين ويعرقل التصرف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المصابين أو المتضررين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نشر صور أو مقاطع الحادث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للتصوير في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234543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52831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119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35127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لمجرد المشاهدة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14019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2307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14603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تعطيل الحركة بسبب الفضول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الحوادث، دورك هو السلامة وطلب المساعدة، وليس التصوير أو النشر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وجود دخان أو احتمال 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مستوى الحذر عند ظهور دخان أو رائحة احتراق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فورًا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غطاء المحرك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تسرب أو حرارة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للآخرين بالاقتراب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على 999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الطفاية للحريق الصغير فقط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 لمحاولة إنقاذ المركبة أو الممتلكات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الحوادث على الطرق السريعة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المركبات وصعوبة التوقف المفاجئ تزيد الخطورة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لمنطقة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خلف المركبة أو بجانبها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المركبة في موقع 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بالمساعدة على الطريق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السترة العاكسة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الطرق السريعة، الابتعاد عن مسار المركبات أهم من فحص الضرر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الحوادث داخل الأنفاق أو المواقف المغلقة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محدودية المساحة والتهوية تستوجب الحذر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المركبة بطريقة لا تزيد الخطر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اللوحات الإرشادية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عند خطر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مخارج الطوارئ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ممرات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واذكر الموقع بدقة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الأماكن المغلقة، الدخان أو التسربات قد تزيد خطورة الموقف — اطلب المساعدة فورًا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الحوادث المرورية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 بعد الحادث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الإصابات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الموقع بوضوح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فرق الاستجابة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وسط الطريق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الحادث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للضرورة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الحادث أو تنشره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لمركبة بها دخان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المركبة في مكان خطر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وصول مركبات الطوارئ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بسيط بدون إصابات والمركبة قابلة للتحرك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الإشارات، انقل المركبة لمكان آمن، واتبع الإجراءات المعتمدة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مع وجود إصابات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999، أمّن المكان، ولا تحرك المصاب إلا عند خطر مباشر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أشخاص يتجمهرون ويصورون الحادث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ولا تصور أو تنشر، واترك المجال للمختصين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ظهر دخان من إحدى المركبات بعد الحادث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الركاب، ابتعد عن المركبة، امنع الاقتراب، واتصل بـ 999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أولوية بعد وقوع حادث مروري؟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الأرواح، والابتعاد عن المسار، والتأكد من السلامة دون تعريض النفس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الإصابات أو الحريق أو الدخان أو التسرب أو خطر على مستخدمي الطريق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تحريك المصاب بعد الحادث؟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إلا عند خطر مباشر — ويجب انتظار الجهات المختصة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رؤية حادث ولست طرفًا فيه؟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التجمهر أو التصوير، ترك المجال للمختصين، والاتصال إن لزم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الحوادث يحمي الأرواح ويسهّل وصول المختصين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• تأمين الموقع • أخلِ الركاب • لا للتجمهر والتصوير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"عند الحوادث، تصرفك الواعي قد يحمي حياة إنسان"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1527</Words>
  <Application>Microsoft Office PowerPoint</Application>
  <PresentationFormat>شاشة عريضة</PresentationFormat>
  <Paragraphs>334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التصرف الصحيح عند الحوادث المرورية</dc:title>
  <dc:subject>PptxGenJS Presentation</dc:subject>
  <dc:creator>هيئة أبوظبي للدفاع المدني</dc:creator>
  <cp:lastModifiedBy>Lenovo</cp:lastModifiedBy>
  <cp:revision>1</cp:revision>
  <dcterms:created xsi:type="dcterms:W3CDTF">2026-05-07T13:34:08Z</dcterms:created>
  <dcterms:modified xsi:type="dcterms:W3CDTF">2026-05-07T13:52:25Z</dcterms:modified>
</cp:coreProperties>
</file>