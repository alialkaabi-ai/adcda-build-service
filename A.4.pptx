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89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2.png"/><Relationship Id="rId5" Type="http://schemas.openxmlformats.org/officeDocument/2006/relationships/image" Target="../media/image21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الحافلات المدرسية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رحلة آمنة تبدأ بالالتزام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"الالتزام بتعليمات السلامة في الحافلة المدرسية يحمي الطلبة والسائق والمشرفين"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نتعلم السلامة في الحافلات المدرسية؟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سلوك غير آمن قد يؤدي إلى إصابات يمكن تجنبها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الطلبة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الرحلة المدرسية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الصعود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والنزول بطريقة آمنة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الازدحام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ومنع التدافع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تركيز السائق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الطريق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المسؤول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التنقل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سلامتك في الحافلة تبدأ من لحظة انتظارك لها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مشرف الحافلة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الطلبة وضمان سلامتهم أثناء الرحلة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الطلبة لموقع آمن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الصعود والنزول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حزام الأمان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المحافظة على الهدوء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السلوكيات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في 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أدوات السلامة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للطلبة: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توجيهات المشرف جزء أساسي من سلامتك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انتظار الحافلة بطريقة آمنة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فترة الانتظار تحتاج إلى انتباه وتنظيم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 في موقع آمن بعيدًا عن الطريق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الوقوف خلف المركبات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تجرِ أو تلعب أثناء الانتظار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حتى تتوقف الحافلة تمامًا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إلا بتوجيه المشرف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اصطف بهدوء دون تدافع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الحافلة أثناء حركتها مهما كانت المسافة قريبة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الصعود إلى الحافلة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الصعود المنظم يقلل التدافع ويحافظ على سلامة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دورك في الصف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اصعد بهدوء دون استعجال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الدرابزين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دفع الزملاء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ما يعيق الحركة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مباشرة لمقعدك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المشرف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النظام أثناء الصعود يحميك ويحمي زملاءك من السقوط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الجلوس وربط حزام الأمان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أهم قواعد السلامة داخل الحافلة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 في مقعدك المخصص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اربط حزام الأمان دائمًا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 بوضعية صحيحة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أثناء الحركة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تتنقل بين المقاعد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الحقيبة بعيدًا عن الممر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خلو الممر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الجلوس الآمن يساعد على حمايتك عند التوقف المفاجئ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الآمن داخل الحافلة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الطلبة يساعد السائق على التركيز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ترفع الصوت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تشتت السائق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بالأبواب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تخرج اليد من النافذة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المخلفات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الزملاء والسائق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سلوك داخل الحافلة يؤثر في سلامة جميع الركاب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الأجهزة الإلكترونية داخل الحافلة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يؤدي الاستخدام غير المنضبط لتشتيت الانتباه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بهدوء إذا سُمح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ترفع الصوت في السماعات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أثناء الصعود/النزول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تصوّر دون إذن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توجيه المشرف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أولًا، ثم الاستخدام الشخصي للأجهزة الإلكترونية</a:t>
            </a:r>
            <a:endParaRPr lang="ar-AE" sz="1200" dirty="0"/>
          </a:p>
        </p:txBody>
      </p:sp>
      <p:sp>
        <p:nvSpPr>
          <p:cNvPr id="37" name="Shape 2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8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النزول من الحافلة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يحتاج إلى هدوء وانتباه عند وجود مركبات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حتى تتوقف الحافلة تمامًا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قبل توقف الحافلة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دورك في النزول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الدرابزين عند النزول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دفع الزملاء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الباب بعد النزول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لتعليمات المشرف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تبدأ بالنزول إلا بعد توقف الحافلة وتوجيه المشرف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العبور الآمن بعد النزول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أكثر المواقف التي تحتاج إلى انتباه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الحافلة لمسافة آمنة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ممر المشاة إن وجد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موقعًا ترى فيه الطريق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انظر يسار-يمين-يسار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توقف المركبات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اعبر بخطوات ثابتة، لا تركض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أو سماعات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التركيز أثناء العبور يحميك من المخاطر المرورية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الطوارئ داخل الحافلة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تعطل، دخان، حادث، أو حالة صحية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لتعليمات السائق أو المشرف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الأبواب دون توجيه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تغادر الحافلة إلا بإذن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بهدوء وبترتيب عند الإخلاء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لموقع آمن بعيد عن الطريق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إلى الحافلة قبل السماح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والالتزام بالتوجيهات هما أساس السلامة وقت الطوارئ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الحافلة المدرسية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في موقع آمن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اصعد وانزل بهدوء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اربط حزام الأمان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 في مقعدك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بتوجيهات المشرف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اعبر الطريق بانتباه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نحو الحافلة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الزملاء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أثناء الحركة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تشتت السائق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بالأبواب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تعبر دون التأكد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وصلت الحافلة وأنت بعيد عنها قليلًا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تركض، انتظر حتى تتوقف ثم توجه إليها بهدوء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طالب يقف أثناء حركة الحافلة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نبّهه بهدوء أو أبلغ المشرف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نزلت من الحافلة وتحتاج لعبور الطريق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ممر المشاة، وانظر يسار-يمين-يسار قبل العبور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داخل الحافلة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المشرف أو السائق فورًا، واتبع تعليمات الطوارئ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الوقوف أثناء حركة الحافلة؟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الجلوس في المقعد طوال الرحلة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قبل عبور الطريق بعد النزول؟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أتأكد من توقف المركبات، وأنظر يسار-يمين-يسار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تشتيت انتباه السائق؟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تركيز السائق مهم لسلامة الجميع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تقترب من الحافلة؟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توقفها تمامًا وبتوجيه المشرف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حدث طارئ داخل الحافلة؟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أحافظ على الهدوء وأتبع تعليمات السائق أو المشرف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الحافلة المدرسية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انتظار آمن • صعود ونزول بهدوء • حزام الأمان • لا تشتت السائق • العبور بانتباه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"رحلتك المدرسية الآمنة تبدأ بسلوكك الواعي"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</Words>
  <Application>Microsoft Office PowerPoint</Application>
  <PresentationFormat>شاشة عريضة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9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الحافلات المدرسية</dc:title>
  <dc:subject>PptxGenJS Presentation</dc:subject>
  <dc:creator>هيئة أبوظبي للدفاع المدني</dc:creator>
  <cp:lastModifiedBy>Lenovo</cp:lastModifiedBy>
  <cp:revision>1</cp:revision>
  <dcterms:created xsi:type="dcterms:W3CDTF">2026-05-06T11:19:10Z</dcterms:created>
  <dcterms:modified xsi:type="dcterms:W3CDTF">2026-05-06T11:20:08Z</dcterms:modified>
</cp:coreProperties>
</file>