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388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4.png"/><Relationship Id="rId5" Type="http://schemas.openxmlformats.org/officeDocument/2006/relationships/image" Target="../media/image31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00200"/>
            <a:ext cx="91440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الشموع والزينة الضوئية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جمال آمن… ووقاية مستمرة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"الزينة والشموع تضيف مظهرًا جماليًا، لكن استخدامها يحتاج إلى انتباه والتزام"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بسلامة الشموع والزينة الضوئية؟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تستخدم في المناسبات وقد تتحول لمصدر 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حرائق المنازل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وأفراد الأسرة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الحروق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اللهب والحرارة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الأعطال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الكهربائية للزينة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الممتلكات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والأثاث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الزينة الآمنة هي التي تضيف الجمال دون أن تزيد المخاطر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المخاطر المحتملة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حوادث بسبب استخدام غير آمن للشموع والزينة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الشموع دون متابعة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قرب الستائر والأثاث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حامل شموع غير ثابت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اقتراب الأطفال من اللهب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زينة تالفة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المقابس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الزينة طويلًا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زينة داخلية في الخارج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وسيلة زينة تحتاج إلى استخدام آمن ومتابعة مستمرة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الشموع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اللهب المكشوف يحتاج لمتابعة مستمرة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ضعها على سطح ثابت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حامل غير قابل للاشتعال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الستائر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تتركها دون متابعة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أطفئها قبل النوم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في مسارات الحركة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الأطفال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اللهب المكشوف يحتاج إلى متابعة مستمرة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بدائل أكثر أمانًا للشموع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تقلل مخاطر اللهب داخل المنزل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شموع إلكترونية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معتمدة وآمنة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هادئة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منخفضة الحرارة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زينة آمنة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للاستخدام الداخلي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مصابيح طوارئ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قابلة للشحن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مصابيح LED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بجودة معتمدة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البديل الآمن يقلل مخاطر الحرائق والحروق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الزينة الضوئية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إلى فحص واستخدام 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زينة معتمدة الجودة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افحصها قبل الاستخدام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التالف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تحت السجاد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افصلها قبل النوم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الحرارة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قبل الاستخدام يساعد في منع المخاطر الكهربائية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الزينة الداخلية والخارجية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نوع له موقعه المناسب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الداخلية للمنزل فقط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الخارجية لمواقع مناسبة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احمِ الخارجية من الماء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كهرباء في الرطوبة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ثبّتها بطريقة آمنة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في مسارات الحركة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الزينة المناسبة للموقع يقلل مخاطر الكهرباء والحريق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داخل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ينجذبون للشموع والزينة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الشموع والولاعات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دون إشراف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التمديدات عنهم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تشغيل دون إشراف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البطاريات بأمان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عدم لمسها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تبدأ بإبعاد مصادر الخطر عن متناولهm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الخطر التي يجب الانتباه لها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تدل على وجود خطر كهربائي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في القابس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تالفة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وميض غير طبيعي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غير طبيعي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لون القابس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عمل غير مستقر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 بأمان، افصل المصدر، واطلب الفحص أو الاستبدال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حريق أو دخان؟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بسرعة وهدوء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أفراد الأسرة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الكهرباء بأمان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الحريق الكهربائي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الطفاية إن كنت مدربًا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إذا انتشر الحريق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الأرواح أولًا، ولا تؤخر الإخلاء لمحاولة إنقاذ الممتلكات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الشموع والزينة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الشموع عن القابلة للاشتعال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منتجات معتمدة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الزينة قبل النوم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الخطر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مؤشر خطر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الشموع دون متابعة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قرب الستائر والأثاث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زينة تالفة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تحت السجاد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الحريق الكهربائي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الزينة الضوئية متضررة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استخدامها فورًا واستبدلها بمنتج آمن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شمعة مشتعلة قرب ستارة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أطفئها أو انقلها لموقع آمن من القابلة للاشتعال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غير طبيعية في توصيلة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افصلها بأمان وتوقف عن استخدامها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الأسرة تريد ترك الزينة أثناء النوم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يجب فصلها قبل النوم أو مغادرة المنزل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ترك الشموع مشتعلة دون متابعة؟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إطفاؤها قبل مغادرة الغرفة أو النوم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كانت الزينة الضوئية تالفة؟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أتوقف عن استخدامها وأستبدلها بمنتج آمن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الماء على الحرائق الكهربائية؟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ذلك قد يزيد خطر الصعق الكهربائي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تمرر التمديدات تحت السجاد؟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لأنها قد تتعرض للتلف أو السخونة دون ملاحظة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أفضل إجراء قبل استخدام الزينة الضوئية؟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التمديدات والمقابس والتأكد من سلامتها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996" y="1600200"/>
            <a:ext cx="82296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الشموع والزينة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الشموع • افصل قبل النوم • منتجات معتمدة • أبعد الأطفال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"الجمال الحقيقي في المنزل يبدأ من السلامة"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B.6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992</Words>
  <Application>Microsoft Office PowerPoint</Application>
  <PresentationFormat>شاشة عريضة</PresentationFormat>
  <Paragraphs>247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8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عند استخدام الشموع والزينة الضوئية</dc:title>
  <dc:subject>PptxGenJS Presentation</dc:subject>
  <dc:creator>PptxGenJS</dc:creator>
  <cp:lastModifiedBy>Lenovo</cp:lastModifiedBy>
  <cp:revision>1</cp:revision>
  <dcterms:created xsi:type="dcterms:W3CDTF">2026-05-06T17:29:07Z</dcterms:created>
  <dcterms:modified xsi:type="dcterms:W3CDTF">2026-05-06T17:31:33Z</dcterms:modified>
</cp:coreProperties>
</file>