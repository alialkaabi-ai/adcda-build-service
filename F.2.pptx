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8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1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4.png"/><Relationship Id="rId5" Type="http://schemas.openxmlformats.org/officeDocument/2006/relationships/image" Target="../media/image32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خطط الطوارئ في المباني الشاهقة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جاهزية منظمة… واستجابة آمنة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"كلما كانت خطة الطوارئ واضحة ومعروفة للجميع، كانت الاستجابة أسرع وأكثر أمانًا"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تحتاج المباني الشاهقة إلى خطط طوارئ؟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تضم عددًا كبيرًا من الأفراد، وتتطلب إجراءات دقيقة لتعدد الطوابق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التصرف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وقوع الطارئ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الإخلاء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إلى المناطق الآمنة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الارتباك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والتدافع بين الأفراد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الجميع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السكان والموظفين والزوار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وضوح الأدوار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والمسؤوليات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تواصل سريع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 الجهات المختصة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الجاهزية المسبقة تقلل المخاطر وقت الطوارئ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بخطة الطوارئ؟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إجراءات واضحة تحدد كيفية التصرف عند وقوع خطر داخل المبنى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تحديد أنواع المخاطر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الإبلاغ والإنذار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الإخلاء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الطوارئ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نقاط التجمع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أدوار فريق السلامة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الفئات الخاصة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الخطة الجيدة يجب أن تكون واضحة وقابلة للتطبيق ومعروفة للجميع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المخاطر المحتملة في المباني الشاهقة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أنواع مختلفة من الطوارئ تتطلب الاستعداد المسبق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الحرائق والدخان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انطلاق جهاز الإنذار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الغاز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انقطاع الكهرباء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أعطال المصاعد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ازدحام الإخلاء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أحوال جوية شديدة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تحديد المخاطر يساعد على وضع إجراءات مناسبة لكل حالة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الإنذار والإبلاغ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وسيلة التنبيه الأولى ويجب التعامل معها بجدية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أي نشاط فورًا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للتعليمات الصوتية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توجيهات إدارة المبنى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الإنذار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دخان أو رائحة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 المباشر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إلى نقطة التجمع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الاستجابة السريعة والمنظمة تقلل المخاطر وتحمي الجميع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الإخلاء ومخارج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معرفتها أمر أساسي لسلامة الجميع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أقرب مخرج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مسارًا بديلًا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الممرات خالية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المخارج للتخزين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تغلق أبواب الطوارئ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لوحات الإرشاد المضيئة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عائق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المخرج المحجوب قد يعرّض حياة الآخرين للخطر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السلالم أثناء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الوسيلة الأساسية للإخلاء في المباني الشاهقة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9"/>
          <p:cNvSpPr/>
          <p:nvPr/>
        </p:nvSpPr>
        <p:spPr>
          <a:xfrm>
            <a:off x="11320272" y="27340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0"/>
          <p:cNvSpPr/>
          <p:nvPr/>
        </p:nvSpPr>
        <p:spPr>
          <a:xfrm>
            <a:off x="11320272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 فقط للإخلاء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13639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11320272" y="317296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1132027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13639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المصاعد أثناء الحريق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575304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11320272" y="36118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1132027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575304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بالهدوء وعدم التدافع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014216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11320272" y="405079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11320272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014216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امسك الدرابزين عند النزول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453128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11320272" y="448970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6"/>
          <p:cNvSpPr/>
          <p:nvPr/>
        </p:nvSpPr>
        <p:spPr>
          <a:xfrm>
            <a:off x="11320272" y="4489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453128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مساحة لفرق الطوارئ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89204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9"/>
          <p:cNvSpPr/>
          <p:nvPr/>
        </p:nvSpPr>
        <p:spPr>
          <a:xfrm>
            <a:off x="11320272" y="49286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0"/>
          <p:cNvSpPr/>
          <p:nvPr/>
        </p:nvSpPr>
        <p:spPr>
          <a:xfrm>
            <a:off x="1132027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89204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تتوقف داخل السلم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33095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3"/>
          <p:cNvSpPr/>
          <p:nvPr/>
        </p:nvSpPr>
        <p:spPr>
          <a:xfrm>
            <a:off x="11320272" y="53675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4"/>
          <p:cNvSpPr/>
          <p:nvPr/>
        </p:nvSpPr>
        <p:spPr>
          <a:xfrm>
            <a:off x="11320272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33095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المحتاج بأمان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النزول المنظم عبر السلالم أكثر أمانًا من التدافع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المصاعد أثناء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تتعطل أو تتوقف في طابق خطر — لا تستخدمها أثناء الحريق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 عند الإنذار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سلالم الطوارئ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الإدارة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اضغط زر الطوارئ إن كنت داخله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فتح الباب بالقوة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المساعدة من المختصين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تغامر بالقفز خارجه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بموقعك بدقة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المصعد قد لا يكون آمنًا وقت الحريق أو انقطاع الكهرباء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نقاط التجمع والمناطق الآمنة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الإخلاء التزم بالتعليمات ولا تعد للمبنى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سلامة الجميع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الأشخاص المفقودين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الازدحام قرب المداخل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إتاحة المجال لفرق الطوارئ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التواصل مع الإدارة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الواجهات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إلا بسماح رسمي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للموظفين: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من المبنى لا يعني انتهاء الطارئ — انتظر التعليمات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إدارة المبنى وفريق السلامة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الاستجابة وقت الطوارئ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تفعيل الخطة وتنفيذها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السكان والموظفين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ضمان وضوح المسارات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الإنذار ومعدات السلامة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مع الجهات المختصة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الفئات الخاصة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توجيهات فريق السلامة يساعد على نجاح خطة الطوارئ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مسؤولية السكان والموظفين والزوار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مسؤولية مشتركة بين الإدارة والمستخدمين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7675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7675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محدودة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440283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0861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723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1723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ترتيبات إخلاء خاصة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824331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0861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771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5771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بحاجة إلى مرافقة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7947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56235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59486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7675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المرضى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47675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ومعدات طبية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21995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440283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59486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1723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النساء الحوامل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531723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الإجهاد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06043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27"/>
          <p:cNvSpPr/>
          <p:nvPr/>
        </p:nvSpPr>
        <p:spPr>
          <a:xfrm>
            <a:off x="824331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594860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5771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الزوار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915771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ملمّين بالمبنى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الطوارئ الناجحة تراعي احتياجات جميع الأفراد</a:t>
            </a:r>
            <a:endParaRPr lang="ar-AE" sz="1200" dirty="0"/>
          </a:p>
        </p:txBody>
      </p:sp>
      <p:sp>
        <p:nvSpPr>
          <p:cNvPr id="42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الممر مليء بالدخان؟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بعض الحالات يكون الخروج عبر الممر غير آمن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بابًا حارًا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الباب بإحكام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انتقل لموقع آمن داخل الوحدة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قطعة قماش مبللة أسفل الباب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وحدد موقعك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المختصين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تنزل عبر مسار مليء بالدخان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هدوئك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الخطة البديلة قد تنقذ حياتك إذا كان المسار الأساسي محجوبًا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يجب تجنّبها في المباني الشاهقة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التصرفات قد تزيد الخطر وتعيق الاستجابة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جهاز الإنذار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ولا تدفع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مخارج الطوارئ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للمبنى بدون إذن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تنشر معلومات غير مؤكدة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تتصرف دون توجيه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المسؤول يحمي الجميع وقت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وقت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المعلومة الدقيقة تساعد على الاستجابة بشكل أفضل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مثال على بلاغ واضح: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"يوجد دخان في الطابق العاشر، بالقرب من المصعد، وهناك أشخاص يحتاجون مساعدة"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اسم المبنى وموقعه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رقم الطابق ونوع الخطر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المحتاجين للمساعدة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نشر معلومات غير مؤكدة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الواضح والدقيق ينقذ الأرواح ويسرّع وصول المساعدة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المباني الشاهقة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تعرّف على مخارج الطوارئ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إدارة المبنى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 أثناء الحريق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 فورًا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إلى نقطة التجمع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الآخرين بأمان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الحاجة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 أثناء الحريق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مخارج الطوارئ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جهاز الإنذار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إلى المبنى بعد الإخلاء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بابًا خلفه دخان كثيف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تنشر معلومات غير مؤكدة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تتصرف دون توجيه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سمعت إنذار الحريق في مبنى شاهق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الهدوء، اتبع تعليمات الإدارة، واستخدم السلالم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المصعد متاح والإنذار يعمل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المصعد، اتجه إلى السلالم المخصصة للطوارئ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دخانًا كثيفًا في الممر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تدخل، أغلق الباب، اتصل بالطوارئ وحدد موقعك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رأيت مخزنًا يحجب مخرج الطوارئ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إدارة المبنى أو فريق السلامة فورًا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ما تعلمت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المصعد أثناء الحريق؟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استخدام السلالم المخصصة للطوارئ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الممر مليء بالدخان؟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أدخل، أغلق الباب، وأتصل بالطوارئ مع موقعي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نعرف أكثر من مسار خروج؟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لاستخدام البديل إذا كان المسار الأول غير آمن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العودة للمبنى بعد الإخلاء؟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انتظار السماح الرسمي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دور نقطة التجمع؟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الأفراد والتأكد من سلامتهم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خطط الطوارئ في المباني الشاهقة مسؤولية مشتركة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المخارج • استخدم السلالم • اتبع الإدارة • نقطة التجمع •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"الجاهزية والالتزام بالخطة يجعلان المباني الشاهقة أكثر أمنًا وسلامة"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1387</Words>
  <Application>Microsoft Office PowerPoint</Application>
  <PresentationFormat>شاشة عريضة</PresentationFormat>
  <Paragraphs>339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خطط الطوارئ في المباني الشاهقة</dc:title>
  <dc:subject>PptxGenJS Presentation</dc:subject>
  <dc:creator>هيئة أبوظبي للدفاع المدني</dc:creator>
  <cp:lastModifiedBy>Lenovo</cp:lastModifiedBy>
  <cp:revision>1</cp:revision>
  <dcterms:created xsi:type="dcterms:W3CDTF">2026-05-06T01:35:42Z</dcterms:created>
  <dcterms:modified xsi:type="dcterms:W3CDTF">2026-05-14T23:00:08Z</dcterms:modified>
</cp:coreProperties>
</file>