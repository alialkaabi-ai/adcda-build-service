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0488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6.png"/><Relationship Id="rId5" Type="http://schemas.openxmlformats.org/officeDocument/2006/relationships/image" Target="../media/image12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4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14.png"/><Relationship Id="rId5" Type="http://schemas.openxmlformats.org/officeDocument/2006/relationships/image" Target="../media/image32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14.png"/><Relationship Id="rId5" Type="http://schemas.openxmlformats.org/officeDocument/2006/relationships/image" Target="../media/image16.png"/><Relationship Id="rId10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خطط الطوارئ في المباني الشاهقة</a:t>
            </a:r>
            <a:endParaRPr lang="en-US" sz="38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جاهزية منظمة… واستجابة آمنة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8"/>
          <p:cNvSpPr/>
          <p:nvPr/>
        </p:nvSpPr>
        <p:spPr>
          <a:xfrm>
            <a:off x="1371600" y="52578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"كلما كانت خطة الطوارئ واضحة ومعروفة للجميع، كانت الاستجابة أسرع وأكثر أمانًا"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F.2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تحتاج المباني الشاهقة إلى خطط طوارئ؟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تضم عددًا كبيرًا من الأفراد، وتتطلب إجراءات دقيقة لتعدد الطوابق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التصرف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وقت وقوع الطارئ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تسهيل الإخلاء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المناطق الآمنة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الارتباك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والتدافع بين الأفراد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الجميع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السكان والموظفين والزوار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وضوح الأدوار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والمسؤوليات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تواصل سريع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 الجهات المختصة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الجاهزية المسبقة تقلل المخاطر وقت الطوارئ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F.2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بخطة الطوارئ؟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إجراءات واضحة تحدد كيفية التصرف عند وقوع خطر داخل المبنى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تحديد أنواع المخاطر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نظام الإبلاغ والإنذار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مسارات الإخلاء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مخارج الطوارئ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نقاط التجمع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أدوار فريق السلامة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الفئات الخاصة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الخطة الجيدة يجب أن تكون واضحة وقابلة للتطبيق ومعروفة للجميع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المخاطر المحتملة في المباني الشاهقة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أنواع مختلفة من الطوارئ تتطلب الاستعداد المسبق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الحرائق والدخان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انطلاق جهاز الإنذار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تسرب الغاز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انقطاع الكهرباء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أعطال المصاعد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ازدحام الإخلاء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أحوال جوية شديدة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تحديد المخاطر يساعد على وضع إجراءات مناسبة لكل حالة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نظام الإنذار والإبلاغ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وسيلة التنبيه الأولى ويجب التعامل معها بجدية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 أي نشاط فورًا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استمع للتعليمات الصوتية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توجيهات إدارة المبنى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الإنذار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دخان أو رائحة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 المباشر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إلى نقطة التجمع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الاستجابة السريعة والمنظمة تقلل المخاطر وتحمي الجميع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F.2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مسارات الإخلاء ومخارج 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معرفتها أمر أساسي لسلامة الجميع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أقرب مخرج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مسارًا بديلًا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الممرات خالية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المخارج للتخزين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تغلق أبواب الطوارئ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لوحات الإرشاد المضيئة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عائق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المخرج المحجوب قد يعرّض حياة الآخرين للخطر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السلالم أثناء 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الوسيلة الأساسية للإخلاء في المباني الشاهقة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1B873F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9"/>
          <p:cNvSpPr/>
          <p:nvPr/>
        </p:nvSpPr>
        <p:spPr>
          <a:xfrm>
            <a:off x="11320272" y="273405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0"/>
          <p:cNvSpPr/>
          <p:nvPr/>
        </p:nvSpPr>
        <p:spPr>
          <a:xfrm>
            <a:off x="11320272" y="2734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السلالم فقط للإخلاء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136392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11320272" y="317296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4"/>
          <p:cNvSpPr/>
          <p:nvPr/>
        </p:nvSpPr>
        <p:spPr>
          <a:xfrm>
            <a:off x="1132027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13639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المصاعد أثناء الحريق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575304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7"/>
          <p:cNvSpPr/>
          <p:nvPr/>
        </p:nvSpPr>
        <p:spPr>
          <a:xfrm>
            <a:off x="11320272" y="36118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18"/>
          <p:cNvSpPr/>
          <p:nvPr/>
        </p:nvSpPr>
        <p:spPr>
          <a:xfrm>
            <a:off x="1132027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575304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بالهدوء وعدم التدافع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014216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1"/>
          <p:cNvSpPr/>
          <p:nvPr/>
        </p:nvSpPr>
        <p:spPr>
          <a:xfrm>
            <a:off x="11320272" y="405079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2"/>
          <p:cNvSpPr/>
          <p:nvPr/>
        </p:nvSpPr>
        <p:spPr>
          <a:xfrm>
            <a:off x="11320272" y="4050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014216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امسك الدرابزين عند النزول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453128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5"/>
          <p:cNvSpPr/>
          <p:nvPr/>
        </p:nvSpPr>
        <p:spPr>
          <a:xfrm>
            <a:off x="11320272" y="448970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6"/>
          <p:cNvSpPr/>
          <p:nvPr/>
        </p:nvSpPr>
        <p:spPr>
          <a:xfrm>
            <a:off x="11320272" y="4489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453128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مساحة لفرق الطوارئ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89204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29"/>
          <p:cNvSpPr/>
          <p:nvPr/>
        </p:nvSpPr>
        <p:spPr>
          <a:xfrm>
            <a:off x="11320272" y="492861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0"/>
          <p:cNvSpPr/>
          <p:nvPr/>
        </p:nvSpPr>
        <p:spPr>
          <a:xfrm>
            <a:off x="11320272" y="4928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89204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تتوقف داخل السلم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330952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3"/>
          <p:cNvSpPr/>
          <p:nvPr/>
        </p:nvSpPr>
        <p:spPr>
          <a:xfrm>
            <a:off x="11320272" y="53675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4"/>
          <p:cNvSpPr/>
          <p:nvPr/>
        </p:nvSpPr>
        <p:spPr>
          <a:xfrm>
            <a:off x="11320272" y="5367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33095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المحتاج بأمان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النزول المنظم عبر السلالم أكثر أمانًا من التدافع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F.2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المصاعد أثناء 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تتعطل أو تتوقف في طابق خطر — لا تستخدمها أثناء الحريق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المصعد عند الإنذار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سلالم الطوارئ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الإدارة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اضغط زر الطوارئ إن كنت داخله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فتح الباب بالقوة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المساعدة من المختصين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تغامر بالقفز خارجه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بموقعك بدقة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المصعد قد لا يكون آمنًا وقت الحريق أو انقطاع الكهرباء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F.2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نقاط التجمع والمناطق الآمنة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الإخلاء التزم بالتعليمات ولا تعد للمبنى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التأكد من سلامة الجميع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الأشخاص المفقودين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الازدحام قرب المداخل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إتاحة المجال لفرق الطوارئ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التواصل مع الإدارة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الواجهات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تعُد إلا بسماح رسمي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للموظفين: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الخروج من المبنى لا يعني انتهاء الطارئ — انتظر التعليمات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إدارة المبنى وفريق السلامة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الاستجابة وقت الطوارئ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تفعيل الخطة وتنفيذها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توجيه السكان والموظفين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ضمان وضوح المسارات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الإنذار ومعدات السلامة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التواصل مع الجهات المختصة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مساعدة الفئات الخاصة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توجيهات فريق السلامة يساعد على نجاح خطة الطوارئ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مسؤولية السكان والموظفين والزوار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مسؤولية مشتركة بين الإدارة والمستخدمين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08610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7675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كبار السن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47675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حركة محدودة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440283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08610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1723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أصحاب الهمم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31723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ترتيبات إخلاء خاصة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824331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08610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15771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915771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بحاجة إلى مرافقة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37947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56235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594860"/>
            <a:ext cx="411480" cy="41148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47675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المرضى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147675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أدوية ومعدات طبية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21995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440283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594860"/>
            <a:ext cx="411480" cy="41148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531723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النساء الحوامل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531723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الإجهاد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806043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27"/>
          <p:cNvSpPr/>
          <p:nvPr/>
        </p:nvSpPr>
        <p:spPr>
          <a:xfrm>
            <a:off x="824331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594860"/>
            <a:ext cx="411480" cy="41148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915771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الزوار</a:t>
            </a:r>
            <a:endParaRPr lang="en-US" sz="1400" dirty="0"/>
          </a:p>
        </p:txBody>
      </p:sp>
      <p:sp>
        <p:nvSpPr>
          <p:cNvPr id="39" name="Text 29"/>
          <p:cNvSpPr/>
          <p:nvPr/>
        </p:nvSpPr>
        <p:spPr>
          <a:xfrm>
            <a:off x="915771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غير ملمّين بالمبنى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خطة الطوارئ الناجحة تراعي احتياجات جميع الأفراد</a:t>
            </a:r>
            <a:endParaRPr lang="ar-AE" sz="1200" dirty="0"/>
          </a:p>
        </p:txBody>
      </p:sp>
      <p:sp>
        <p:nvSpPr>
          <p:cNvPr id="42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3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F.2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الممر مليء بالدخان؟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بعض الحالات يكون الخروج عبر الممر غير آمن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بابًا حارًا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الباب بإحكام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انتقل لموقع آمن داخل الوحدة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قطعة قماش مبللة أسفل الباب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وحدد موقعك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المختصين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تنزل عبر مسار مليء بالدخان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هدوئك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الخطة البديلة قد تنقذ حياتك إذا كان المسار الأساسي محجوبًا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F.2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يجب تجنّبها في المباني الشاهقة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التصرفات قد تزيد الخطر وتعيق الاستجابة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جهاز الإنذار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المصعد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تركض ولا تدفع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تحجب مخارج الطوارئ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 للمبنى بدون إذن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تنشر معلومات غير مؤكدة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تتصرف دون توجيه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 المسؤول يحمي الجميع وقت الطوارئ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التواصل وقت 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المعلومة الدقيقة تساعد على الاستجابة بشكل أفضل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مثال على بلاغ واضح: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83280" y="32004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"يوجد دخان في الطابق العاشر، بالقرب من المصعد، وهناك أشخاص يحتاجون مساعدة"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اسم المبنى وموقعه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7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اذكر رقم الطابق ونوع الخطر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0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المحتاجين للمساعدة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3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نشر معلومات غير مؤكدة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26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البلاغ الواضح والدقيق ينقذ الأرواح ويسرّع وصول المساعدة</a:t>
            </a:r>
            <a:endParaRPr lang="ar-AE" sz="1200" dirty="0"/>
          </a:p>
        </p:txBody>
      </p:sp>
      <p:sp>
        <p:nvSpPr>
          <p:cNvPr id="35" name="Shape 27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9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1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3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4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5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F.2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37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المباني الشاهقة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تعرّف على مخارج الطوارئ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إدارة المبنى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السلالم أثناء الحريق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خطر فورًا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إلى نقطة التجمع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الآخرين بأمان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الحاجة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المصعد أثناء الحريق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تحجب مخارج الطوارئ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جهاز الإنذار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 إلى المبنى بعد الإخلاء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بابًا خلفه دخان كثيف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تنشر معلومات غير مؤكدة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تتصرف دون توجيه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F.2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سمعت إنذار الحريق في مبنى شاهق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الهدوء، اتبع تعليمات الإدارة، واستخدم السلالم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المصعد متاح والإنذار يعمل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المصعد، اتجه إلى السلالم المخصصة للطوارئ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دخانًا كثيفًا في الممر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تدخل، أغلق الباب، اتصل بالطوارئ وحدد موقعك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رأيت مخزنًا يحجب مخرج الطوارئ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إدارة المبنى أو فريق السلامة فورًا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F.2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ما تعلمت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استخدام المصعد أثناء الحريق؟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استخدام السلالم المخصصة للطوارئ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الممر مليء بالدخان؟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أدخل، أغلق الباب، وأتصل بالطوارئ مع موقعي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نعرف أكثر من مسار خروج؟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لاستخدام البديل إذا كان المسار الأول غير آمن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العودة للمبنى بعد الإخلاء؟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انتظار السماح الرسمي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دور نقطة التجمع؟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الأفراد والتأكد من سلامتهم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F.2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خطط الطوارئ في المباني الشاهقة مسؤولية مشتركة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المخارج • استخدم السلالم • اتبع الإدارة • نقطة التجمع • اتصل بـ 999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"الجاهزية والالتزام بالخطة يجعلان المباني الشاهقة أكثر أمنًا وسلامة"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F.2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1387</Words>
  <Application>Microsoft Office PowerPoint</Application>
  <PresentationFormat>شاشة عريضة</PresentationFormat>
  <Paragraphs>339</Paragraphs>
  <Slides>18</Slides>
  <Notes>18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18</vt:i4>
      </vt:variant>
    </vt:vector>
  </HeadingPairs>
  <TitlesOfParts>
    <vt:vector size="22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خطط الطوارئ في المباني الشاهقة</dc:title>
  <dc:subject>PptxGenJS Presentation</dc:subject>
  <dc:creator>هيئة أبوظبي للدفاع المدني</dc:creator>
  <cp:lastModifiedBy>Lenovo</cp:lastModifiedBy>
  <cp:revision>1</cp:revision>
  <dcterms:created xsi:type="dcterms:W3CDTF">2026-05-06T01:35:42Z</dcterms:created>
  <dcterms:modified xsi:type="dcterms:W3CDTF">2026-05-14T23:00:08Z</dcterms:modified>
</cp:coreProperties>
</file>