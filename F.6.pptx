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المولدات الكهربائية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طاقة احتياطية… باستخدام آمن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"المولد الكهربائي وسيلة مساعدة، لكن استخدامه بطريقة غير آمنة قد يعرّض الأرواح والممتلكات للخطر"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المولدات الكهربائية؟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غير الآمن قد يحوّل المولد إلى مصدر 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التسمم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بأول أكسيد الكربون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الحرائق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الوقود والسخونة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الصعق الكهربائي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توصيلات غير آمنة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الأسرة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والعاملين في الموقع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الممتلكات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والأجهزة الكهربائية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ضمان التشغيل الآمن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ومتابعة التعليمات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الأكبر في المولدات قد يكون غير مرئي مثل غاز أول أكسيد الكربون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المولدات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تنتج من الموقع غير المناسب أو التوصيلات غير الآمنة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غاز أول أكسيد الكربون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نشوب حريق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الصعق الكهربائي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المولد بأكثر من قدرته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التشغيل قرب النوافذ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داخل المنزل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الوقود غير الآمن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 يحتاج إلى موقع آمن، تهوية جيدة، وتوصيلات معتمدة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الآمن لتشغيل المولد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الموقع أهم خطوة للوقاية من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المولد في الخارج فقط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تشغّله داخل المنزل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تشغّله في المرآب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النوافذ والأبواب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 في مكان جيد التهوية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تضعه في ممرات الحركة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ثباته على سطح مناسب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المولد في مكان شبه مغلق قد يسمح بتراكم الغاز الخطير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غاز عديم اللون والرائحة وقد يسبب خطرًا صحيًا كبيرًا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المولد داخل الأماكن المغلقة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تشغّله قرب أماكن النوم أو الجلوس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مداخل الهواء والنوافذ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إنذار CO في المنزل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أجهزة الإنذار دوريًا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عند انطلاق الإنذار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قبل التأكد من زوال الخطر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 عند تكرار الأعراض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شعرت بصداع أو دوار أثناء التشغيل، اخرج فورًا للهواء الطلق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عند استخدام المولد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التوصيلات غير الآمنة قد تسبب صعقًا أو حريقًا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توصيلات معتمدة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أسلاكًا 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تمدد الأسلاك في الماء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المولد فوق قدرته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توصل بالمنزل إلا بمختص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التوصيلات عن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قبل الإيقاف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توصيل المولد بطريقة غير صحيحة قد يعرّض المستخدمين والعاملين للخطر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الوقود والتخزين الآمن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الوقود مادة قابلة للاشتعال ويجب التعامل معه بحذر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الوقود في عبوات معتمدة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احفظه في مكان جيد التهوية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تخزّنه داخل مناطق المعيشة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الوقود بعيدًا عن الأطفال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العبوات مفتوحة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تعبّئ المولد وهو ساخن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أي انسكاب قبل التشغيل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الوقود يحتاج إلى تخزين آمن ومتابعة مستمرة لتجنّب الحرائق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المولد وإيقافه بأمان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التشغيل والإيقاف تقلل الأعطال والمخاطر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تعليمات الشركة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الموقع والتهوية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الوقود والزيت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الأسلاك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المواد القابلة للاشتعال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المولد دون متابعة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التشغيل حسب التعليمات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اتركه يبرد قبل التخزين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التشغيل والإيقاف المنظمة تطيل عمر المولد وتحافظ على السلامة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المولد أثناء الأحوال الجوية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الأمطار والرطوبة تزيد مخاطر الصعق الكهربائي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المولد بيدين مبللتين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تشغّله في مكان يصله الماء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حماية مناسبة من المطر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تضعه داخل مكان مغلق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أبقِ التوصيلات بعيدة عن الماء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الاستخدام عند أي 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التنبيهات الجوية الرسمية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الحماية من المطر لا تعني تشغيل المولد داخل المنزل أو المرآب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مؤشرات الخطر أثناء استخدام المولد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فورًا عند ملاحظة أي مؤشر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وقود قوية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وقود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غير طبيعي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مفرطة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غير معتاد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التشغيل بأمان، ابتعد، وأبلغ المختص أو اتصل بـ 999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 الأكثر عرضة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الفئات تحتاج إلى عناية إضافية حول المولدات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ينجذبون للأجهزة والأسلاك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سريع بالغاز والصدمة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التحرك السريع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تأثر بالغازات والحرارة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خطر مضاعف على الجنين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ملمّين بالموقع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الفئات الحساسة عن المولدات أولوية في كل استخدام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طارئ؟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وهدوء عند حريق أو تسرب أو دخان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المولد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التشغيل إن كان آمنًا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الموجودين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التوصيلات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لمكان جيد التهوية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تخاطر بمحاولة معالجة خطر خارج السيطرة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خاصة في استخدام المولدات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الاستخدامات تستدعي حذرًا إضافيًا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المولدات في الرحلات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المولدات في ورش العمل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المولدات في المزارع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تشغيل لساعات طويلة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بأحمال متغيرة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أطفال في الموقع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أحوال جوية قاسية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بيئة استخدام تحتاج إلى تقييم مخاطر مسبق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والإبلاغ أثناء طارئ المولد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يسرّع الاستجابة ويقلل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دخان من مولد كهربائي في الفناء، ويشعر شخصان بصداع وغثيان"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الموقع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نوع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المصابين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استخدام المولدات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 المولد في الخارج فقط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النوافذ والأبواب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توصيلات معتمدة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الوقود بعبوات آمنة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إنذار CO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اقرأ التعليمات قبل الاستخدام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 داخل المنزل أو المرآب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تعبّئ الوقود وهو يعمل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المولد فوق قدرته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أسلاكًا تالفة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 ويداك مبللتان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الصداع أو الدوار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دون متابعة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يريد تشغيل المولد في المرآب وفتح الباب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يُشغَّل في المرآب نهائيًا، يجب وضعه في الخارج بعيدًا عن النوافذ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إنذار CO أثناء تشغيل المولد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لمكان جيد التهوية، أبلغ الموجودين، اتصل بـ 999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تسرّب وقود قرب المولد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التشغيل بأمان، ابتعد عن الموقع، ولا تشغّله قبل المعالجة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تشغيل المولد أثناء المطر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تشغّله بمكان يصله الماء، استخدم حماية مع موقع مفتوح ومهوّى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يتم تشغيل المولد الكهربائي؟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الخارج فقط، وفي مكان جيد التهوية وبعيد عن النوافذ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تشغيل المولد داخل المرآب إذا كان الباب مفتوحًا؟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غاز أول أكسيد الكربون قد يتراكم ويدخل المنزل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تتم تعبئة الوقود أثناء تشغيل المولد؟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الوقود قابل للاشتعال وقد يؤدي إلى حريق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شعرت بصداع أثناء تشغيل المولد؟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 فورًا إلى الهواء الطلق وأطلب المساعدة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توصيل المولد بتمديدات المنزل دون مختص؟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أن يتم بواسطة مختص وبأنظمة معتمدة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المولدات الكهربائية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الخارج فقط • بعيدًا عن النوافذ • توصيلات معتمدة • وقود آمن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"الاستخدام الآمن للمولدات يوفر الطاقة عند الحاجة ويحافظ على الأرواح والممتلكات"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F.6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1481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من المولدات الكهربائية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2026-05-14T23:02:06Z</dcterms:modified>
</cp:coreProperties>
</file>