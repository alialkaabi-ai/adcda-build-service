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52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22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2.png"/><Relationship Id="rId5" Type="http://schemas.openxmlformats.org/officeDocument/2006/relationships/image" Target="../media/image36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موسم الصيد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ممارسة آمنة… ووعي بالمخاطر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0584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في موسم الصيد تبدأ من الالتزام بالقوانين، والاستعداد الجيد، واحترام البيئة ومواقع الصيد"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موسم الصيد؟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الصيد في المناطق المفتوحة يتطلب استعدادًا ووعيًا بالمخاطر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الإصابات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والحوادث في الموقع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والمرافقين في الرحلة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خطر الضياع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والإجهاد في البر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المناطق البرية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البيئة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والحياة الفطرية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بالقوانين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والتعليمات المعتمدة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بالتعليمات يجعل موسم الصيد أكثر أمانًا وتنظيمًا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الذهاب إلى الصيد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قبل الخروج يساعد على تقليل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أن الصيد مسموح في الموقع والوقت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بالقوانين والتصاريح المطلوبة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أحد المقربين بموقعك ووقت العودة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حالة الطقس والتنبيهات الرسمية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جاهزية المركبة قبل الرحلة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ماء وغذاء بكمية كافية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اصطحب حقيبة إسعافات أولية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اشحن الأجهزة ووفّر طاقة احتياطية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الرحلة الآمنة تبدأ من التخطيط المسبق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موقع الصيد بأمان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غير المناسب قد يحول الرحلة إلى حالة طارئة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موقعًا مسموحًا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المناطق الخطرة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مسارات المركبات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المناطق السكنية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مواقع محظورة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للمنحدرات والحفر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نقطة تجمع للمجموعة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موقع مناسب وآمن يقلل احتمالية الحوادث والضياع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بالقوانين والتعليمات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القوانين تحمي الأفراد والبيئة والحياة الفطرية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بالمواسم المسموحة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المناطق المحظورة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بالأنواع والكميات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تضرّ بالحياة الفطرية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مخلفات في الموقع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مخالفة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الصيد المسؤول يحافظ على السلامة والبيئة للأجيال القادمة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المجموعة والمرافقين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المجموعة المنظمة تقلل مخاطر الضياع والحوادث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تتحرك بمفردك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اتفقوا على نقطة تجمع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حافظوا على التواصل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تبتعد دون إبلاغ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خصّص متابعًا لكبار السن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موقع كل فرد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المستمر بين أفراد المجموعة يمنع الضياع ويعزز السلامة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استخدام المركبات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وسيلة أساسية في رحلات الصيد، استخدمها بحذر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المركبة قبل الرحلة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توفر الوقود الكافي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تقد بسرعة في المناطق الرملية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القيادة الاستعراضية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المركبة تعمل قرب الجلوس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للأطفال والمشاة حول المركبة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المركبة بطريقة تعيق الآخرين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بمعدات أساسية للطوارئ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الآمنة جزء مهم من سلامة موسم الصيد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في مواقع الصيد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النار في المناطق المفتوحة قد تنتشر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أشعل النار في مكان آمن فقط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الحرارة عن الأعشاب الجافة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النار دون مراقبة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الجمر بالكامل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أعقاب السجائر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بوسيلة إطفاء قريبة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عند ملاحظة دخان أو حريق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الرياح والأعشاب الجافة تحوّل أي شرارة إلى حريق منتشر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الحرارة والإجهاد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يتعرض الأشخاص للجفاف في الأماكن المكشوفة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الذروة الشمسية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ملابس مناسبة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غطاء للرأس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خذ فترات راحة في الظل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علامات التعب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الإجهاد الشديد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الترطيب والراحة جزء أساسي من سلامتك أثناء الصيد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الأجواء المتغيرة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تتغير الأحوال الجوية بسرعة في المناطق البرية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الطقس قبل وأثناء الرحلة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الخروج عند التحذيرات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تبقَ في مجاري الأودية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احذر الرياح والغبار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المعدات عند الرياح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غادر عند وجود خطر واضح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التنبيهات الرسمية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بالتنبيهات الجوية يحميك من مخاطر غير متوقعة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البيئة أثناء الصيد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تشمل المحافظة على البيئة والموقع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المخلفات في الموقع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اجمع النفايات في الحاويات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تتلف النباتات والأشجار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تلوّث التربة والمياه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زجاجًا أو أدوات حادة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تؤذِ الحياة الفطرية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الموقع نظيفًا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النظيف والآمن يعكس وعي الزائر ومسؤوليته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الضياع أو تعطل المركبة؟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الموقع بدقة يسهل الوصول إليك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قرب آخر موقع معروف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المجموعة أو 999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في مكان واضح وآمن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الماء وطاقة الأجهزة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تتحرك عشوائيًا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الموقع بدقة يسهل الوصول إليك عند طلب المساعدة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الإسعافات الأولية وطلب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الهادئ والمنظم يقلل آثار الإصابة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نصيحة أساسية: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"أبعد المصاب عن مصدر الخطر إذا كان آمنًا، ولا تحركه إذا كانت إصابته خطيرة"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اصطحب حقيبة إسعافات أولية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المجموعة فورًا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999 عند الحالات الخطيرة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 حتى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موسم الصيد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بالقوانين والتصاريح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للرحلة قبل الانطلاق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أحدًا بموقعك ووقت عودتك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اصطحب ماءً وحقيبة إسعافات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الموقع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الطقس والتنبيهات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فورًا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تصطد في مناطق محظورة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النار أو الجمر دون إطفاء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تتحرك بمفردك في أماكن بعيدة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دون مراقبة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مخلفات في الموقع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التعب أو العطش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تغيرات الطقس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بدأت الرياح تشتد أثناء وجودك في الموقع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مصادر النار، ثبّت المعدات، وتابع التنبيهات الرسمية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تعطلت المركبة في منطقة بعيدة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الهدوء، حدد موقعك، تواصل مع المجموعة، ولا تتحرك عشوائيًا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بقايا جمر قبل مغادرة الموقع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الجمر بالكامل وتأكد من برودته قبل المغادرة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 أفراد المجموعة شعر بدوار شديد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إلى الظل، أعطه ماءً إن كان واعيًا، واطلب المساعدة عند الحاجة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إبلاغ شخص بموقع رحلة الصيد؟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لتسهيل الوصول إليك وطلب المساعدة عند الطوارئ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ترك الجمر بعد الانتهاء؟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إطفاؤه بالكامل قبل المغادرة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تغير الطقس بشكل مفاجئ؟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أتابع التنبيهات الرسمية وأغادر إذا أصبح الموقع غير آمن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الالتزام بمواقع الصيد المسموحة؟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لحماية الأفراد والبيئة والالتزام بالقوانين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تعطل المركبة في منطقة بعيدة؟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أحدد موقعي، أبقى في مكان آمن، وأطلب المساعدة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موسم الصيد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بالقوانين • خطط للرحلة • لا تتحرك منفردًا • أطفئ النار • عند الطوارئ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"موسم صيد آمن يبدأ بوعي الزائر والتزامه بالتعليمات"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C.7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PresentationFormat>شاشة عريضة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1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موسم الصيد</dc:title>
  <dc:subject>PptxGenJS Presentation</dc:subject>
  <dc:creator>هيئة أبوظبي للدفاع المدني</dc:creator>
  <cp:lastModifiedBy>Lenovo</cp:lastModifiedBy>
  <cp:revision>1</cp:revision>
  <dcterms:created xsi:type="dcterms:W3CDTF">2026-05-06T23:13:59Z</dcterms:created>
  <dcterms:modified xsi:type="dcterms:W3CDTF">2026-05-06T23:43:48Z</dcterms:modified>
</cp:coreProperties>
</file>