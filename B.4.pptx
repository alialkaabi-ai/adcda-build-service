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-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69042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2.png"/><Relationship Id="rId5" Type="http://schemas.openxmlformats.org/officeDocument/2006/relationships/image" Target="../media/image18.png"/><Relationship Id="rId10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2.png"/><Relationship Id="rId5" Type="http://schemas.openxmlformats.org/officeDocument/2006/relationships/image" Target="../media/image23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4.png"/><Relationship Id="rId5" Type="http://schemas.openxmlformats.org/officeDocument/2006/relationships/image" Target="../media/image18.png"/><Relationship Id="rId10" Type="http://schemas.openxmlformats.org/officeDocument/2006/relationships/image" Target="../media/image26.png"/><Relationship Id="rId4" Type="http://schemas.openxmlformats.org/officeDocument/2006/relationships/image" Target="../media/image2.png"/><Relationship Id="rId9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4.png"/><Relationship Id="rId5" Type="http://schemas.openxmlformats.org/officeDocument/2006/relationships/image" Target="../media/image27.png"/><Relationship Id="rId10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31.png"/><Relationship Id="rId5" Type="http://schemas.openxmlformats.org/officeDocument/2006/relationships/image" Target="../media/image17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6.png"/><Relationship Id="rId5" Type="http://schemas.openxmlformats.org/officeDocument/2006/relationships/image" Target="../media/image32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10.png"/><Relationship Id="rId5" Type="http://schemas.openxmlformats.org/officeDocument/2006/relationships/image" Target="../media/image19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8716" y="1600200"/>
            <a:ext cx="73152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الكهربائية في المنازل</a:t>
            </a:r>
            <a:endParaRPr lang="en-US" sz="38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آمن… منزل أكثر وقاية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188720" y="525780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"السلامة الكهربائية تبدأ من الاستخدام الصحيح والفحص المستمر"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B.4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بالسلامة الكهربائية؟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الكهرباء تستخدم يوميًا وقد تتحول لمصدر 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5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65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9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16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الحرائق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16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حرائق المنازل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711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3351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987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145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802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الصعق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802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الكهربائي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997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637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587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31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088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5088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والأسرة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283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7923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187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717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374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الأجهزة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374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والممتلكات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569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10209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787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10003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9660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السلوك الوقائي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9660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داخل المنزل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العطل الكهربائي البسيط قد يتحول إلى خطر كبير إذا لم تتم معالجته</a:t>
            </a:r>
            <a:endParaRPr lang="ar-AE" sz="1200" dirty="0"/>
          </a:p>
        </p:txBody>
      </p:sp>
      <p:sp>
        <p:nvSpPr>
          <p:cNvPr id="42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B.4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مخاطر الكهرباء داخل المنزل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تالفة، تحميل زائد، استخدام غير آمن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تحميل المقابس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تالفة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أسلاك تحت السجاد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الكهرباء قرب الماء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دون متابعة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شواحن غير معتمدة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عبث الأطفال بالمقابس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رائحة الاحتراق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تبدأ من ملاحظة مؤشرات الخطر والتعامل معها بجدية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B.4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الاستخدام الآمن للمقابس والتمديدات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بطريقة مناسبة لقدرتها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تحمّل المقبس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توصيلات معتمدة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تمديدات تالفة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أسلاك تحت السجاد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غير المستخدم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أبعدها عن الحرارة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اسحب القابس لا السلك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الاستخدام غير الآمن للتوصيلات من أكثر مسببات الحرائق المنزلية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استخدام الأجهزة الكهربائية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تشغيل ومتابعة وفق التعليمات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اقرأ تعليمات المصنّع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جهازًا تالفًا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بعد الاستخدام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الحرارية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ضعها على سطح ثابت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أبعدها عن الأطفال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بأيدٍ مبللة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السخونة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الجهاز بطريقة صحيحة يحمي الأسرة والممتلكات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B.4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الكهرباء والماء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خليط خطير يزيد خطر الصعق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أجهزة قرب الماء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بأيدٍ مبللة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الشواحن عن الأحواض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تمديدات على أرض مبللة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الجهاز إذا بُلّ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افحصه قبل الاستخدام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تحاول لمس جهاز كهربائي مبلل أو متصل بالكهرباء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B.4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الأطفال من المخاطر الكهربائية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الفضول وعدم إدراك الخطر يزيدان المخاطر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أغطية أمان للمقابس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الشواحن عن الأطفال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أجهزة دون إشراف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يدخلون أجسامًا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الحرارية عن اللعب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خزّن البطاريات بأمان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 تبدأ من تقليل فرص وصولهم لمصادر الخطر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B.4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مؤشرات الخطر الكهربائي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تشير لخلل يحتاج تدخل مختص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احتراق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سخونة في القابس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تغير لون المقبس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انقطاع متكرر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 غير طبيعي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وميض في الإضاءة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مكشوفة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العلامات الصغيرة، فقد تكون بداية خطر أكبر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ملاحظة عطل كهربائي؟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 يقلل احتمالية الحريق أو الصعق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مصدر الخطر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التمديدات التالفة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مصدر الكهرباء بأمان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عن الموقع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الجهاز قبل الفحص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تواصل مع مختص معتمد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في الخطر المباشر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تحاول إصلاح الأعطال الكهربائية بنفسك إذا لم تكن مختصًا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B.4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الحرائق الكهربائية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تبدأ من التمديدات والأجهزة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التمديدات دوريًا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معتمدة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الحرارية دون متابعة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عند عدم الاستخدام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توصيلات دائمة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القابلة للاشتعال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صيانة من المختصين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الماء على الحرائق الكهربائية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الشواحن والأجهزة الإلكترونية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تحتاج للتعامل بحذر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شواحن أصلية معتمدة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تشحن لفترات طويلة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تغطّ أثناء الشحن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أبعدها عن الوسائد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 الشاحن التالف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في أماكن رطبة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افصله بعد الانتهاء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الشاحن التالف قد يكون مصدر خطر داخل المنزل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السلامة الكهربائية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التمديدات دوريًا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أجهزة معتمدة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غير المستخدم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الكهرباء عن الماء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المؤشرات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احمِ الأطفال من المقابس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623560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تحمّل المقابس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تمديدات تالفة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أسلاك تحت السجاد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بأيدٍ مبللة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ماء على الحريق الكهربائي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تصلح الأعطال بنفسك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B.4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سخونة غير طبيعية في قابس جهاز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الجهاز بأمان، افصل القابس، واطلب فحصًا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كهربائية مكشوفة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تلمسها، أبعد الأطفال، وتواصل مع مختص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سوائل قرب توصيلة كهربائية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ابتعد، افصل الكهرباء بأمان، ولا تلمس بأيدٍ مبللة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شاحن تالف أو متشقق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 استخدامه فورًا واستبدله بشاحن معتمد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B.4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تحميل المقبس بعدة أجهزة؟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قد يؤدي لارتفاع الحرارة أو نشوب حريق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رائحة احتراق قرب جهاز؟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أبتعد، وأفصل الكهرباء بأمان، وأطلب فحص الجهاز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الماء على حريق كهربائي؟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لأن الماء قد يزيد خطر الصعق الكهربائي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لا نضع التمديدات تحت السجاد؟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لأنها قد تتعرض للتلف أو السخونة دون ملاحظة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التصرف عند تمديدات مكشوفة؟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لمسها، إبعاد الأطفال، وطلب تدخل مختص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B.4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4436" y="1554480"/>
            <a:ext cx="64008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الكهربائية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تحمّل المقابس • أبعد الكهرباء عن الماء • افصل غير المستخدم • شواحن معتمدة • 999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"الاستخدام الواعي للكهرباء يجعل المنزل أكثر أمنًا وسلامة"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B.4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1069</Words>
  <Application>Microsoft Office PowerPoint</Application>
  <PresentationFormat>شاشة عريضة</PresentationFormat>
  <Paragraphs>261</Paragraphs>
  <Slides>15</Slides>
  <Notes>15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15</vt:i4>
      </vt:variant>
    </vt:vector>
  </HeadingPairs>
  <TitlesOfParts>
    <vt:vector size="19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الكهربائية في المنازل</dc:title>
  <dc:subject>PptxGenJS Presentation</dc:subject>
  <dc:creator>هيئة أبوظبي للدفاع المدني</dc:creator>
  <cp:lastModifiedBy>Lenovo</cp:lastModifiedBy>
  <cp:revision>1</cp:revision>
  <dcterms:created xsi:type="dcterms:W3CDTF">2026-05-06T17:17:30Z</dcterms:created>
  <dcterms:modified xsi:type="dcterms:W3CDTF">2026-05-06T17:30:51Z</dcterms:modified>
</cp:coreProperties>
</file>