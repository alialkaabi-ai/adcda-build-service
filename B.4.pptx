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-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6904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2.png"/><Relationship Id="rId5" Type="http://schemas.openxmlformats.org/officeDocument/2006/relationships/image" Target="../media/image18.png"/><Relationship Id="rId10" Type="http://schemas.openxmlformats.org/officeDocument/2006/relationships/image" Target="../media/image21.png"/><Relationship Id="rId4" Type="http://schemas.openxmlformats.org/officeDocument/2006/relationships/image" Target="../media/image2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2.png"/><Relationship Id="rId5" Type="http://schemas.openxmlformats.org/officeDocument/2006/relationships/image" Target="../media/image23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4.png"/><Relationship Id="rId5" Type="http://schemas.openxmlformats.org/officeDocument/2006/relationships/image" Target="../media/image18.png"/><Relationship Id="rId10" Type="http://schemas.openxmlformats.org/officeDocument/2006/relationships/image" Target="../media/image26.png"/><Relationship Id="rId4" Type="http://schemas.openxmlformats.org/officeDocument/2006/relationships/image" Target="../media/image2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.png"/><Relationship Id="rId5" Type="http://schemas.openxmlformats.org/officeDocument/2006/relationships/image" Target="../media/image27.png"/><Relationship Id="rId10" Type="http://schemas.openxmlformats.org/officeDocument/2006/relationships/image" Target="../media/image28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31.png"/><Relationship Id="rId5" Type="http://schemas.openxmlformats.org/officeDocument/2006/relationships/image" Target="../media/image17.png"/><Relationship Id="rId10" Type="http://schemas.openxmlformats.org/officeDocument/2006/relationships/image" Target="../media/image30.png"/><Relationship Id="rId4" Type="http://schemas.openxmlformats.org/officeDocument/2006/relationships/image" Target="../media/image2.png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6.png"/><Relationship Id="rId5" Type="http://schemas.openxmlformats.org/officeDocument/2006/relationships/image" Target="../media/image32.png"/><Relationship Id="rId10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10.png"/><Relationship Id="rId5" Type="http://schemas.openxmlformats.org/officeDocument/2006/relationships/image" Target="../media/image19.png"/><Relationship Id="rId10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8716" y="1600200"/>
            <a:ext cx="73152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الكهربائية في المنازل</a:t>
            </a:r>
            <a:endParaRPr lang="en-US" sz="38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آمن… منزل أكثر وقاية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188720" y="525780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"السلامة الكهربائية تبدأ من الاستخدام الصحيح والفحص المستمر"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B.4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نهتم بالسلامة الكهربائية؟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الكهرباء تستخدم يوميًا وقد تتحول لمصدر خطر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25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1065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38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59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16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الحرائق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16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حرائق المنازل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711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3351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987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3145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802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الصعق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802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الكهربائي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997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5637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587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5431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5088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الأطفال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5088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والأسرة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7283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7923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187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7717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7374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الأجهزة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374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والممتلكات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9569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10209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787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10003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9660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السلوك الوقائي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9660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داخل المنزل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العطل الكهربائي البسيط قد يتحول إلى خطر كبير إذا لم تتم معالجته</a:t>
            </a:r>
            <a:endParaRPr lang="ar-AE" sz="1200" dirty="0"/>
          </a:p>
        </p:txBody>
      </p:sp>
      <p:sp>
        <p:nvSpPr>
          <p:cNvPr id="42" name="Shape 3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3" name="Image 7" descr="/home/claude/assets/social_ic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4" name="Shape 3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6" name="Shape 3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8" name="Shape 3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0" name="Shape 4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B.4</a:t>
            </a:r>
            <a:endParaRPr lang="en-US" sz="1000" dirty="0"/>
          </a:p>
        </p:txBody>
      </p:sp>
      <p:sp>
        <p:nvSpPr>
          <p:cNvPr id="52" name="Shape 4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أبرز مخاطر الكهرباء داخل المنزل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أجهزة تالفة، تحميل زائد، استخدام غير آمن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7947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235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0896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تحميل المقابس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25983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44271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5596" y="310896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26567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تمديدات تالفة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0896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أسلاك تحت السجاد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902055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20343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6316" y="310896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02639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الكهرباء قرب الماء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7947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56235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236" y="45720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38531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أجهزة دون متابعة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325983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344271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25596" y="45720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26567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شواحن غير معتمدة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14019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32307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956" y="457200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4603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عبث الأطفال بالمقابس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902055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920343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86316" y="4572000"/>
            <a:ext cx="320040" cy="32004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1002639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تجاهل رائحة الاحتراق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تبدأ من ملاحظة مؤشرات الخطر والتعامل معها بجدية</a:t>
            </a:r>
            <a:endParaRPr lang="ar-AE" sz="1200" dirty="0"/>
          </a:p>
        </p:txBody>
      </p:sp>
      <p:sp>
        <p:nvSpPr>
          <p:cNvPr id="44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10" descr="/home/claude/assets/social_ico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B.4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الاستخدام الآمن للمقابس والتمديدات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بطريقة مناسبة لقدرتها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تحمّل المقبس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توصيلات معتمدة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تمديدات تالفة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أسلاك تحت السجاد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افصل غير المستخدم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أبعدها عن الحرارة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اسحب القابس لا السلك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الاستخدام غير الآمن للتوصيلات من أكثر مسببات الحرائق المنزلية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B.4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عند استخدام الأجهزة الكهربائية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تشغيل ومتابعة وفق التعليمات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7947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235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0896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اقرأ تعليمات المصنّع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25983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44271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5596" y="310896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26567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جهازًا تالفًا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0896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افصل بعد الاستخدام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902055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20343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6316" y="310896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02639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الحرارية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7947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56235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236" y="45720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38531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ضعها على سطح ثابت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325983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344271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25596" y="45720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26567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أبعدها عن الأطفال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14019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32307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956" y="457200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4603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بأيدٍ مبللة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902055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920343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86316" y="4572000"/>
            <a:ext cx="320040" cy="32004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1002639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السخونة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الجهاز بطريقة صحيحة يحمي الأسرة والممتلكات</a:t>
            </a:r>
            <a:endParaRPr lang="ar-AE" sz="1200" dirty="0"/>
          </a:p>
        </p:txBody>
      </p:sp>
      <p:sp>
        <p:nvSpPr>
          <p:cNvPr id="44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10" descr="/home/claude/assets/social_ico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B.4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الكهرباء والماء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خليط خطير يزيد خطر الصعق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7947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235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318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أجهزة قرب الماء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21995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40283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716" y="31318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2579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بأيدٍ مبللة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06043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24331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196" y="313182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06627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الشواحن عن الأحواض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37947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56235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" y="468630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8531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تمديدات على أرض مبللة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21995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40283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5716" y="46863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2579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افصل الجهاز إذا بُلّ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806043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824331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6196" y="46863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06627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افحصه قبل الاستخدام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 مهم: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تحاول لمس جهاز كهربائي مبلل أو متصل بالكهرباء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B.4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سلامة الأطفال من المخاطر الكهربائية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الفضول وعدم إدراك الخطر يزيدان المخاطر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7947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235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318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أغطية أمان للمقابس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21995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40283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716" y="31318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2579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الشواحن عن الأطفال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06043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24331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196" y="313182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06627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أجهزة دون إشراف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37947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56235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" y="468630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8531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يدخلون أجسامًا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21995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40283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5716" y="46863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2579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الحرارية عن اللعب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806043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824331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6196" y="46863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06627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خزّن البطاريات بأمان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الأطفال تبدأ من تقليل فرص وصولهم لمصادر الخطر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B.4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مؤشرات الخطر الكهربائي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علامات تشير لخلل يحتاج تدخل مختص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رائحة احتراق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سخونة في القابس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تغير لون المقبس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انقطاع متكرر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صوت غير طبيعي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وميض في الإضاءة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تمديدات مكشوفة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تتجاهل العلامات الصغيرة، فقد تكون بداية خطر أكبر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B.4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ملاحظة عطل كهربائي؟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 يقلل احتمالية الحريق أو الصعق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مصدر الخطر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التمديدات التالفة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افصل مصدر الكهرباء بأمان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الأطفال عن الموقع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الجهاز قبل الفحص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تواصل مع مختص معتمد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في الخطر المباشر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تحاول إصلاح الأعطال الكهربائية بنفسك إذا لم تكن مختصًا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B.4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الحرائق الكهربائية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تبدأ من التمديدات والأجهزة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افحص التمديدات دوريًا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أجهزة معتمدة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الحرارية دون متابعة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افصل عند عدم الاستخدام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توصيلات دائمة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القابلة للاشتعال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صيانة من المختصين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الماء على الحرائق الكهربائية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B.4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سلامة الشواحن والأجهزة الإلكترونية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تحتاج للتعامل بحذر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شواحن أصلية معتمدة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تشحن لفترات طويلة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تغطّ أثناء الشحن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أبعدها عن الوسائد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عن الشاحن التالف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في أماكن رطبة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افصله بعد الانتهاء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الشاحن التالف قد يكون مصدر خطر داخل المنزل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B.4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في السلامة الكهربائية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31927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افحص التمديدات دوريًا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84048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67328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أجهزة معتمدة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36168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361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288536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افصل غير المستخدم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88289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882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809744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الكهرباء عن الماء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404104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404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330952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المؤشرات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92531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5925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85216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احمِ الأطفال من المقابس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3" name="Text 29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4" name="Shape 30"/>
          <p:cNvSpPr/>
          <p:nvPr/>
        </p:nvSpPr>
        <p:spPr>
          <a:xfrm>
            <a:off x="5623560" y="331927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623560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640080" y="324612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تحمّل المقابس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5623560" y="384048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767328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تمديدات تالفة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436168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4361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4288536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أسلاك تحت السجاد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88289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882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809744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بأيدٍ مبللة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5404104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5404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5330952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ماء على الحريق الكهربائي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92531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5925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85216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تصلح الأعطال بنفسك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3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4" name="Shape 4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6" name="Shape 5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8" name="Shape 5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0" name="Shape 5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B.4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سخونة غير طبيعية في قابس جهاز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الجهاز بأمان، افصل القابس، واطلب فحصًا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تمديدات كهربائية مكشوفة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تلمسها، أبعد الأطفال، وتواصل مع مختص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سوائل قرب توصيلة كهربائية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ابتعد، افصل الكهرباء بأمان، ولا تلمس بأيدٍ مبللة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شاحن تالف أو متشقق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عن استخدامه فورًا واستبدله بشاحن معتمد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B.4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201400" y="2706624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277063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51760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تحميل المقبس بعدة أجهزة؟</a:t>
            </a:r>
            <a:endParaRPr lang="ar-AE" sz="1300" dirty="0"/>
          </a:p>
        </p:txBody>
      </p:sp>
      <p:sp>
        <p:nvSpPr>
          <p:cNvPr id="14" name="Text 9"/>
          <p:cNvSpPr/>
          <p:nvPr/>
        </p:nvSpPr>
        <p:spPr>
          <a:xfrm>
            <a:off x="640080" y="2898648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قد يؤدي لارتفاع الحرارة أو نشوب حريق</a:t>
            </a:r>
            <a:endParaRPr lang="ar-AE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3209544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201400" y="3310128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37413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255264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رائحة احتراق قرب جهاز؟</a:t>
            </a:r>
            <a:endParaRPr lang="ar-AE" sz="1300" dirty="0"/>
          </a:p>
        </p:txBody>
      </p:sp>
      <p:sp>
        <p:nvSpPr>
          <p:cNvPr id="19" name="Text 13"/>
          <p:cNvSpPr/>
          <p:nvPr/>
        </p:nvSpPr>
        <p:spPr>
          <a:xfrm>
            <a:off x="640080" y="3502152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أبتعد، وأفصل الكهرباء بأمان، وأطلب فحص الجهاز</a:t>
            </a:r>
            <a:endParaRPr lang="ar-AE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3813048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201400" y="3913632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977640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3858768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الماء على حريق كهربائي؟</a:t>
            </a:r>
            <a:endParaRPr lang="ar-AE" sz="1300" dirty="0"/>
          </a:p>
        </p:txBody>
      </p:sp>
      <p:sp>
        <p:nvSpPr>
          <p:cNvPr id="24" name="Text 17"/>
          <p:cNvSpPr/>
          <p:nvPr/>
        </p:nvSpPr>
        <p:spPr>
          <a:xfrm>
            <a:off x="640080" y="4105656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لأن الماء قد يزيد خطر الصعق الكهربائي</a:t>
            </a:r>
            <a:endParaRPr lang="ar-AE" sz="1100" dirty="0"/>
          </a:p>
        </p:txBody>
      </p:sp>
      <p:sp>
        <p:nvSpPr>
          <p:cNvPr id="25" name="Shape 18"/>
          <p:cNvSpPr/>
          <p:nvPr/>
        </p:nvSpPr>
        <p:spPr>
          <a:xfrm>
            <a:off x="457200" y="4416552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201400" y="4517136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4581144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462272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لا نضع التمديدات تحت السجاد؟</a:t>
            </a:r>
            <a:endParaRPr lang="ar-AE" sz="1300" dirty="0"/>
          </a:p>
        </p:txBody>
      </p:sp>
      <p:sp>
        <p:nvSpPr>
          <p:cNvPr id="29" name="Text 21"/>
          <p:cNvSpPr/>
          <p:nvPr/>
        </p:nvSpPr>
        <p:spPr>
          <a:xfrm>
            <a:off x="640080" y="4709160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لأنها قد تتعرض للتلف أو السخونة دون ملاحظة</a:t>
            </a:r>
            <a:endParaRPr lang="ar-AE" sz="1100" dirty="0"/>
          </a:p>
        </p:txBody>
      </p:sp>
      <p:sp>
        <p:nvSpPr>
          <p:cNvPr id="30" name="Shape 22"/>
          <p:cNvSpPr/>
          <p:nvPr/>
        </p:nvSpPr>
        <p:spPr>
          <a:xfrm>
            <a:off x="457200" y="5020056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11201400" y="5120640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5184648"/>
            <a:ext cx="237744" cy="2377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40080" y="5065776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س5: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التصرف عند تمديدات مكشوفة؟</a:t>
            </a:r>
            <a:endParaRPr lang="ar-AE" sz="1300" dirty="0"/>
          </a:p>
        </p:txBody>
      </p:sp>
      <p:sp>
        <p:nvSpPr>
          <p:cNvPr id="34" name="Text 25"/>
          <p:cNvSpPr/>
          <p:nvPr/>
        </p:nvSpPr>
        <p:spPr>
          <a:xfrm>
            <a:off x="640080" y="5312664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لمسها، إبعاد الأطفال، وطلب تدخل مختص</a:t>
            </a:r>
            <a:endParaRPr lang="ar-AE" sz="1100" dirty="0"/>
          </a:p>
        </p:txBody>
      </p:sp>
      <p:sp>
        <p:nvSpPr>
          <p:cNvPr id="35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6" name="Image 7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B.4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4436" y="1554480"/>
            <a:ext cx="64008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7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الكهربائية مسؤولية الجميع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تحمّل المقابس • أبعد الكهرباء عن الماء • افصل غير المستخدم • شواحن معتمدة • 999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"الاستخدام الواعي للكهرباء يجعل المنزل أكثر أمنًا وسلامة"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B.4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1069</Words>
  <Application>Microsoft Office PowerPoint</Application>
  <PresentationFormat>شاشة عريضة</PresentationFormat>
  <Paragraphs>261</Paragraphs>
  <Slides>15</Slides>
  <Notes>15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15</vt:i4>
      </vt:variant>
    </vt:vector>
  </HeadingPairs>
  <TitlesOfParts>
    <vt:vector size="19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السلامة الكهربائية في المنازل</dc:title>
  <dc:subject>PptxGenJS Presentation</dc:subject>
  <dc:creator>هيئة أبوظبي للدفاع المدني</dc:creator>
  <cp:lastModifiedBy>Lenovo</cp:lastModifiedBy>
  <cp:revision>1</cp:revision>
  <dcterms:created xsi:type="dcterms:W3CDTF">2026-05-06T17:17:30Z</dcterms:created>
  <dcterms:modified xsi:type="dcterms:W3CDTF">2026-05-06T17:30:51Z</dcterms:modified>
</cp:coreProperties>
</file>