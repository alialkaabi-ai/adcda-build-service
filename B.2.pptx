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19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3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المنازل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الوعي يحمي الأسرة والممتلكات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حرائق المنازل تبدأ من السلوك اليومي الآمن داخل المنزل"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بالوقاية من حرائق المنازل؟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تبدأ من تصرف بسيط يمكن تجنّبه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أولوية كل أسرة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الممتلكات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والمنزل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ومنعها قبل وقوعها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وأفرادها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للتصرف وقت الطوارئ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حرائق المنازل يمكن الوقاية منها بالانتباه والالتزام بإرشادات السلامة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مسببات حرائق المنازل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غالبًا ترتبط بالإهمال أو الاستخدام غير الآمن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شموع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قابلة للاشتعال قرب الحرارة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سوء التخزين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آمن للمدافئ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الصيانة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سبب من هذه الأسباب يمكن السيطرة عليه بالوقاية والمتابعة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مواقع المنزل ارتباطًا بمخاطر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 تراكمات الزيوت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الحرارة بعد الانتهاء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عند ملاحظة دخان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الطبخ باستمرار من أهم وسائل الوقاية من حرائق المنازل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غير الآمن قد يؤدي لحرائق وإصابات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أو قوابس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المستخدمة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 السجاد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شواحن معتمدة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السخونة والرائحة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إصلاح الأعطال الكهربائية بنفسك، استعِن بالمختصين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مصادر 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المدافئ والشموع والأفران تحتاج لانتباه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الستائر والأثاث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الشموع دون متابعة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أطفئها قبل النوم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مدافئ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شواية داخل المنزل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التهوية الجيدة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مصدر حرارة صغير قد يسبب حريقًا كبيرًا إذا تُرك دون متابعة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 وخطة الهروب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المبكر والاستعداد ينقذان الأرواح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بشكل دوري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الأسرة صوت الإنذار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مخرجين من كل غرفة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نقطة تجمع خارجية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درّب الأسرة على الخطة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للمنزل دون إذن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المبكر وخطة الهروب قد ينقذان الأرواح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للمواد القابلة للاشتعال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سوء التخزين يزيد احتمالية نشوب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مصادر الحرارة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عبواتها الأصلية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وقود داخل المنزل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ورق قرب المقابس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تخلّص من التالف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جزء أساسي من الوقاية من حرائق المنازل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مؤشرات خطر؟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تظهر قبل وقوع الحريق ويجب التعامل معها بجدية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82512" y="27660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9489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05472" y="2606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99632" y="37033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82512" y="38633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462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05472" y="37033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خفيف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99632" y="4800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82512" y="49606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514350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05472" y="48006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97112" y="2606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79992" y="27660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294894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902952" y="2606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طبيعي من جهاز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8897112" y="37033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079992" y="38633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404622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902952" y="37033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897112" y="4800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9079992" y="49606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2872" y="51435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902952" y="48006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 للكهرباء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2606040"/>
            <a:ext cx="5532120" cy="2926080"/>
          </a:xfrm>
          <a:prstGeom prst="roundRect">
            <a:avLst>
              <a:gd name="adj" fmla="val 2500"/>
            </a:avLst>
          </a:prstGeom>
          <a:solidFill>
            <a:srgbClr val="D1FAE5"/>
          </a:solidFill>
          <a:ln w="9525">
            <a:solidFill>
              <a:srgbClr val="1B873F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457200" y="26974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1371600" y="3108960"/>
            <a:ext cx="3703320" cy="0"/>
          </a:xfrm>
          <a:prstGeom prst="line">
            <a:avLst/>
          </a:prstGeom>
          <a:noFill/>
          <a:ln w="9525">
            <a:solidFill>
              <a:srgbClr val="1B873F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577840" y="3310128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38" name="Text 28"/>
          <p:cNvSpPr/>
          <p:nvPr/>
        </p:nvSpPr>
        <p:spPr>
          <a:xfrm>
            <a:off x="557784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640080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5577840" y="3767328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41" name="Text 31"/>
          <p:cNvSpPr/>
          <p:nvPr/>
        </p:nvSpPr>
        <p:spPr>
          <a:xfrm>
            <a:off x="557784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40080" y="3703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التمديدات التالفة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5577840" y="4224528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44" name="Text 34"/>
          <p:cNvSpPr/>
          <p:nvPr/>
        </p:nvSpPr>
        <p:spPr>
          <a:xfrm>
            <a:off x="55778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40080" y="4160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أفراد الأسرة فورًا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5577840" y="4681728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47" name="Text 37"/>
          <p:cNvSpPr/>
          <p:nvPr/>
        </p:nvSpPr>
        <p:spPr>
          <a:xfrm>
            <a:off x="557784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640080" y="4617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الكهرباء بأمان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5577840" y="5138928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50" name="Text 40"/>
          <p:cNvSpPr/>
          <p:nvPr/>
        </p:nvSpPr>
        <p:spPr>
          <a:xfrm>
            <a:off x="55778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640080" y="5074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 المباشر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نشوب 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الأرواح هي الأولوية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أنذر أفراد الأسرة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إذا انتشر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لأي سبب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تخاطر بحياتك من أجل الممتلكات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طفاية الحريق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السيطرة في بداية الحريق الصغير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5508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549908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549908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26948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6948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أداة الأمان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06140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20540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3"/>
          <p:cNvSpPr/>
          <p:nvPr/>
        </p:nvSpPr>
        <p:spPr>
          <a:xfrm>
            <a:off x="43205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349758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9758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الفوهة لقاعدة الحريق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6772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91172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18"/>
          <p:cNvSpPr/>
          <p:nvPr/>
        </p:nvSpPr>
        <p:spPr>
          <a:xfrm>
            <a:off x="7091172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268212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268212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الذراع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947404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861804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3"/>
          <p:cNvSpPr/>
          <p:nvPr/>
        </p:nvSpPr>
        <p:spPr>
          <a:xfrm>
            <a:off x="9861804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9038844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حرّك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9038844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جانب لآخر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0233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949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استخدم من 2-3 أمتار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24281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7997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اجعل طريق الخروج خلفك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08329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2045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لا تؤخر الإخلاء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الآمن ثم الاتصال بالطوارئ</a:t>
            </a:r>
            <a:endParaRPr lang="ar-AE" sz="1200" dirty="0"/>
          </a:p>
        </p:txBody>
      </p:sp>
      <p:sp>
        <p:nvSpPr>
          <p:cNvPr id="38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للوقاية من حرائق المنازل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باستمرار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المستخدمة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إنذار الدخان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المواد بأمان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خطة هروب للأسرة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مصادر الحرارة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تالفة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للمنزل بعد الخروج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إشراف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من جهاز كهربائي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الجهاز بأمان، افصل الكهرباء، وأبلغ أفراد الأسرة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اشتعل الزيت أثناء الطبخ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ماء، غطّ الوعاء بغطاء مناسب بأمان، واطلب المساعدة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إنذار الدخان أثناء النوم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أيقظ الأسرة، واخرج فورًا لنقطة التجمع الخارجية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شمعة مشتعلة قرب ستارة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المصدر أو أطفئ الشمعة بأمان، ولا تتركها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الطبخ دون مراقبة؟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متابعة الطبخ باستمرار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إنذار الدخان؟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فورًا لنقطة التجمع ولا أعود للمنزل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نستخدم الماء على حرائق الزيوت أو الكهرباء؟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يزيد الخطر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ترك طريق خروج خلفك مع الطفاية؟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تتمكن من الخروج فورًا إذا لم تتم السيطرة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للوقاية من حرائق المنازل؟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اليومي ومراقبة مصادر الحرارة والإبلاغ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المنازل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• افصل الأجهزة • اختبر الإنذار • أبعد الحرارة • خطة هروب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"منزل آمن يبدأ بوعي الأسرة والتزامها بإرشادات السلامة"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Office PowerPoint</Application>
  <PresentationFormat>شاشة عريضة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حرائق المنازل</dc:title>
  <dc:subject>PptxGenJS Presentation</dc:subject>
  <dc:creator>هيئة أبوظبي للدفاع المدني</dc:creator>
  <cp:lastModifiedBy>Lenovo</cp:lastModifiedBy>
  <cp:revision>1</cp:revision>
  <dcterms:created xsi:type="dcterms:W3CDTF">2026-05-06T13:35:05Z</dcterms:created>
  <dcterms:modified xsi:type="dcterms:W3CDTF">2026-05-06T13:47:38Z</dcterms:modified>
</cp:coreProperties>
</file>