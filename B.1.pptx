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9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.png"/><Relationship Id="rId5" Type="http://schemas.openxmlformats.org/officeDocument/2006/relationships/image" Target="../media/image27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30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1.png"/><Relationship Id="rId5" Type="http://schemas.openxmlformats.org/officeDocument/2006/relationships/image" Target="../media/image12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المطبخ</a:t>
            </a:r>
            <a:endParaRPr lang="en-US" sz="4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من الانتباه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"المطبخ من أكثر الأماكن استخدامًا، والالتزام بإرشادات السلامة يقلل الحوادث"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في المطبخ؟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حرارة وأجهزة وأدوات تتطلب انتباهًا مستمرًا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الطبخ والزيوت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والجروح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وأفراد الأسرة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حوادث الكهرباء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الأجهزة والتمديدات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الوقائي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داخل المنزل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معظم حوادث المطبخ تبدأ من إهمال بسيط يمكن تجنبه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مسببات الحوادث في المطبخ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غير آمن أو ترك مصادر الحرارة دون متابعة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الطبخ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تراكم الزيوت والشحوم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اقتراب القابلة للاشتعال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كهربائية تالفة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مقابض الأواني للخارج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غير آمن للحادة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قرب الحرارة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 أثناء الطبخ هو خط الوقاية الأول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أثناء الطبخ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مستمرة عند درجات الحرارة العالية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الطبخ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في المطبخ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مؤقتًا للتذكير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خفّض الحرارة عند الدخان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غطاء قريب للطوارئ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تنشغل بالجوال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الطبخ دون مراقبة قد يؤدي إلى حريق خلال وقت قصير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حرائق زيوت الطبخ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الخاطئ يزيد انتشار النار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5584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مصدر الحرارة بأمان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9502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840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غطِّ الوعاء بغطاء معدني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5445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4348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طفاية مناسبة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51389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عند انتشار النار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7332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733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623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5623560" y="335584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2356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40080" y="32461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حرائق الزيوت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623560" y="39502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840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الوعاء المشتعل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45445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44348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وجهك قرب اللهب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51389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إخماده بقماش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57332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5733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5623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الموقع للأطفال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لا يُستخدم على حرائق الزيوت — قد يسبب انفجار النار</a:t>
            </a:r>
            <a:endParaRPr lang="ar-AE" sz="1200" dirty="0"/>
          </a:p>
        </p:txBody>
      </p:sp>
      <p:sp>
        <p:nvSpPr>
          <p:cNvPr id="48" name="Shape 4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في المطبخ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متعددة قد تشكل خطرًا إذا استُخدمت بطريقة غير 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الشركة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الأسلاك قبل الاستخدام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جهازًا تالفًا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الأجهزة عن الماء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غير المستخدم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بأيدٍ مبللة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والكهرباء لا يجتمعان في بيئة آمنة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الحروق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البخار والسوائل الساخنة والأسطح قد تسبب حروقًا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القفازات الحرارية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الأغطية بحذر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المقابض للداخل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الساخن قرب الأطفال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الأسطح تبرد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الساخن عن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تحدث بسرعة، والوقاية منها تبدأ بالانتباه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مع الأدوات الحادة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ضرورية في المطبخ وتحتاج لاستخدام وتخزين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استخدمها للغرض المخصص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على الحافة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خزّنها في مكان آمن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في الحوض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لوحًا ثابتًا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نظّفها بحذر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الآمن للأدوات الحادة يقلل الجروح والإصابات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داخل المطبخ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يحتاج إلى رقابة مستمرة قرب مصادر 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الموقد والفرن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دون مراقبة في المطبخ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المنظفات بعيدًا عن متناولهم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الأدوات الحادة والولاعات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السوائل الساخنة على الحافة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أقفال أمان للخزائن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المطبخ ليس مكانًا آمنًا للأطفال دون إشراف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التخزين الآمن داخل المطبخ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الترتيب يقي من الحرائق والتسمم والإصابات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المناشف قرب الموقد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المنظفات في عبواتها الأصلية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المواد عن الطعام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ترتيب الخزائن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عبوات الغاز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تخلص من التالف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المطبخ المنظم أكثر أمانًا لجميع أفراد الأسرة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ملاحظة خطر في المطبخ؟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المبكر يمنع تفاقم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الجهاز إن كان آمنًا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0896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1912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0896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61188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6941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61188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الأسلاك التالفة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11480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1970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11480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الموقع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199632" y="461772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347704" y="47000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11347704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336792" y="461772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أحد أفراد الأسرة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199632" y="51206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347704" y="52029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11347704" y="5202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336792" y="51206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في الطوارئ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3212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" y="26974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الخطر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1371600" y="3108960"/>
            <a:ext cx="3703320" cy="0"/>
          </a:xfrm>
          <a:prstGeom prst="line">
            <a:avLst/>
          </a:prstGeom>
          <a:noFill/>
          <a:ln w="9525">
            <a:solidFill>
              <a:srgbClr val="FCA5A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577840" y="3310128"/>
            <a:ext cx="292608" cy="292608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3364992"/>
            <a:ext cx="182880" cy="18288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008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5577840" y="3758184"/>
            <a:ext cx="292608" cy="292608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704" y="3813048"/>
            <a:ext cx="182880" cy="1828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40080" y="36941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5577840" y="4206240"/>
            <a:ext cx="292608" cy="292608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704" y="4261104"/>
            <a:ext cx="182880" cy="18288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40080" y="41422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5577840" y="4654296"/>
            <a:ext cx="292608" cy="292608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2704" y="4709160"/>
            <a:ext cx="182880" cy="18288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40080" y="45902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5577840" y="5102352"/>
            <a:ext cx="292608" cy="292608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2704" y="5157216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0080" y="50383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سوائل قرب الكهرباء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62" name="Shape 5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المطبخ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الطبخ باستمرار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الأجهزة بأمان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الحادة بمكان مناسب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الخطر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 تراكمات الزيوت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الطبخ دون مراقبة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حرائق الزيت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الكهرباء بأيدٍ مبللة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الحادة مكشوفة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مناشف أو ورق قرب الموقد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رائحة الاحتراق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زيت الطبخ بدأ يصدر دخانًا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خفّض الحرارة أو أطفئها بأمان، ولا تترك الموقع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اشتعل زيت الطبخ داخل الوعاء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ماء، غطّ الوعاء بغطاء مناسب بأمان، واطلب المساعدة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 في جهاز كهربائي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الجهاز بأمان، افصله، وأبلغ المسؤول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يقترب من الموقد أثناء الطبخ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الطفل فورًا، ووفّر إشرافًا مستمرًا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ترك الطبخ دون مراقبة؟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متابعة الطبخ باستمرار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يستخدم الماء لإطفاء حرائق زيوت الطبخ؟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لأنه قد يزيد انتشار النار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لاحظت رائحة احتراق من جهاز؟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الجهاز بأمان وأبلغ المسؤول عن المنزل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إبعاد الأطفال عن منطقة الطبخ؟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لحمايتهم من الحروق والأدوات الحادة ومصادر الحرارة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أفضل طريقة للوقاية من حوادث المطبخ؟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المراقبة المستمرة والتنظيم واستخدام الأدوات بأمان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المطبخ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الطبخ • أبعد الأطفال • لا ماء على الزيت • أجهزة آمنة • تخزين آمن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"مطبخ آمن يعني منزلًا أكثر أمنًا وسلامة"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Microsoft Office PowerPoint</Application>
  <PresentationFormat>شاشة عريضة</PresentationFormat>
  <Paragraphs>283</Paragraphs>
  <Slides>15</Slides>
  <Notes>15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9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المطبخ</dc:title>
  <dc:subject>PptxGenJS Presentation</dc:subject>
  <dc:creator>هيئة أبوظبي للدفاع المدني</dc:creator>
  <cp:lastModifiedBy>Lenovo</cp:lastModifiedBy>
  <cp:revision>1</cp:revision>
  <dcterms:created xsi:type="dcterms:W3CDTF">2026-05-06T13:23:36Z</dcterms:created>
  <dcterms:modified xsi:type="dcterms:W3CDTF">2026-05-06T13:47:13Z</dcterms:modified>
</cp:coreProperties>
</file>