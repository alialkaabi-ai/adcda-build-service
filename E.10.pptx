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8641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2.png"/><Relationship Id="rId5" Type="http://schemas.openxmlformats.org/officeDocument/2006/relationships/image" Target="../media/image19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28.png"/><Relationship Id="rId5" Type="http://schemas.openxmlformats.org/officeDocument/2006/relationships/image" Target="../media/image39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42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12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39.png"/><Relationship Id="rId5" Type="http://schemas.openxmlformats.org/officeDocument/2006/relationships/image" Target="../media/image35.png"/><Relationship Id="rId10" Type="http://schemas.openxmlformats.org/officeDocument/2006/relationships/image" Target="../media/image4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التشنجات والصرع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حماية المصاب، ومراقبة بدون تدخل عشوائي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يعتمد على حماية المصاب من الأذى وعدم تقييد حركته ومراقبته إلى حين تحسنه أو وصول المختصين"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بالتشنجات والصرع؟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المعرفة تقلل الخوف وتحمي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التشنج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التصرف الخاطئ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كتقييد الحركة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بدل الارتباك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وقت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بـ 999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محترم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النوبة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الإسعاف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المنزل والعمل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المساعدة تكون في تأمين المكان ومراقبة المصاب، لا في إيقاف التشنج بالقوة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بالتشنجات؟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اضطراب مؤقت في نشاط الجسم بأشكال مختلفة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حركات لا إرادية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في الاستجابة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تيبّس أو ارتخاء مفاجئ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قبل أو بعد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تحديق أو شرود مؤقت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مفاجئ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ليس كل تشنج يعني صرعًا — قد توجد أسباب أخرى تحتاج إلى تقييم من مختصين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بالصرع؟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صحية قد تسبب نوبات متكررة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تشخيص سابق لدى البعض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نوبات تختلف بالشكل والمدة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بعضها بحركات جسدية واضحة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بعضها شرود أو فقدان وعي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ليس كل نوبة تحتاج طوارئ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معينة تستدعي الاتصال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خصوصية المصاب وعدم التجمهر حوله جزء من التصرف الصحيح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قد تسبق التشنج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تظهر مبكرًا أو تحدث النوبة فجأة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ارتباك مفاجئ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التركيز أو الكلام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في السلوك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شعور غير معتاد للمصاب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مفاجئ للتوازن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تحديق أو شرود غير طبيعي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الشخص على الجلوس أو الابتعاد عن مصادر الخطر، وراقب حالته بهدوء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أولًا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 من الأذى المحيط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أجسام حادة أو صلبة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زجاج أو أدوات قابلة للكسر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 أو دراجات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سلالم أو حواف مرتفعة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حرارة أو نار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أو تجمهر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إيقاف التشنج بالقوة — اجعل المكان حول المصاب أكثر أمانًا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أثناء التشنج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وتركيز على الحماية والمراقبة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الأشياء الخطرة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شيئًا لينًا تحت الرأس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تقيّد حركة المصاب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مدة التشنج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الانتهاء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محاولة تثبيت المصاب بالقوة قد تسبب ضررًا له أو لمن يحاول مساعدته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أثناء التشنج؟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شائعة خاطئة قد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الفم بالقوة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تقيّد الذراعين أو الساقين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الحركة بالقوة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أو طعام أثناء النوبة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تنقله إلا عند الخطر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أو تصور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أحيانًا تكون في الامتناع عن التصرف الخاطئ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مدة التشنج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تحدد الحاجة للطوارئ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8346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940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94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83464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وقت بداية النوبة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33756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3969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3969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33756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إذا استمرت طويلًا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8404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8999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8999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84048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بعد النوبة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34340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4028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402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34340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 تكرار النوبة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84632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9057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9057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84632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بالملاحظات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استمرت النوبة طويلًا، أو تكررت، أو لم يستعد الوعي، أو ظهرت علامات خطورة</a:t>
            </a:r>
            <a:endParaRPr lang="ar-AE" sz="1200" dirty="0"/>
          </a:p>
        </p:txBody>
      </p:sp>
      <p:sp>
        <p:nvSpPr>
          <p:cNvPr id="34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انتهاء التشنج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 قد يكون مرهقًا أو مرتبكًا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معه بهدوء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تجعله يقف مباشرة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اشرح ما حدث باختصار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له خصوصية ومساحة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إصابة السقوط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حتى الوعي الكامل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الاستقرار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الارتباك بعد النوبة قد يكون طبيعيًا، لكن استمرار عدم الاستجابة يستدعي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وضعية الإفاقة بعد التشنج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غير مستجيب لكنه يتنفس طبيعيًا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مستجيب مع تنفس طبيعي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اشتباه بإصابة خطيرة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آمن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موظف 999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التنفس باستمرار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هناك سقوط قوي أو إصابة في الرأس، لا تحرك المصاب إلا عند الخطر المباشر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نتصل برقم الطوارئ 999؟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الحالات تستدعي المساعدة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استمرار التشنج طويلًا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تكرار النوبة أكثر من مرة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استعادة الوعي بعد النوبة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 أو تغير الحالة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نوبة في الماء أو قرب خطر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المصاب أثناء السقوط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نوبة لأول مرة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نوبة لطفل أو كبير سن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خطورة الحالة، اتصل بالطوارئ ولا تنتظر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التشنجات عند الأطفال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تكون مخيفة للأهل والمشرفين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الأشياء الخطرة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تقيّد حركته بالقوة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مدة النوبة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حتى الوعي الكامل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حالة تشنج عند الطفل تحتاج إلى متابعة من ولي الأمر والجهات الصحية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التشنجات في الأماكن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المكان وحماية الخصوصية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التصوير أو النشر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مساحة آمنة حوله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يرشد فرق الإسعاف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تنقله إلا عند الخطر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كرامة المصاب وخصوصيته جزء من الإسعاف الصحيح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التشنجات في المدرسة أو 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منظم للحالات الطارئة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المشرفين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الحالات المعلنة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معلومات الطوارئ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توثيق مدة النوبة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اتصال بـ 999 عند الخطورة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ولي الأمر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المسبق يقلل الارتباك ويحمي المصاب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المصاب المعروف بالصرع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يكون لديه خطة أو تعليمات خاصة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 بهدوء عن المساعدة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خصوصيته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الموثقة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دواء دون تعليمات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الاستقرار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الاتصال بالطوارئ في كل حالة لا يعني تجاهل علامات الخطورة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عند التشنجات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تنتشر بسبب الخوف أو معلومات غير دقيقة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ملعقة في الفم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الفم بالقوة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تقييد المصاب بقوة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صب الماء عليه بعنف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شراب أو طعام قبل الوعي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تجمهر أو تصوير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تركه وحده مباشرة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الهادئ المبني على المعرفة أفضل من محاولات عشوائية تضر المصاب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الاستجابة بشكل أفضل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المخاطر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يراقب المدة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يمنع التصوير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 للإسعاف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يطمئن المصاب بعدها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التعاون المنظم يقلل الفوضى ويحمي المصاب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التشنجات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الأشياء الخطرة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شيئًا لينًا تحت الرأس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مدة التشنج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الوعي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الخصوصية وامنع التجمهر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تقيّد حركته بالقوة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التشنج بالقوة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أو طعام أثناء النوبة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إلا عند الخطر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أو تنشر الحالة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وحده بعد النوبة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في مكان عام بدأ يعاني من تشنجات والناس تجمعوا حوله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المتجمهرين، أزل الأشياء الخطرة، راقب المدة، واتصل بـ 999 عند الخطورة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حاول وضع جسم في فم المصاب أثناء التشنج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فورًا، لأن وضع أي جسم في الفم تصرف خاطئ وقد يسبب ضررًا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انتهت النوبة لكن المصاب مرتبك ولا يستطيع الوقوف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طمأنه، لا تجبره على الوقوف، راقبه، واتصل بـ 999 إن لم يتحسن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حدثت النوبة بعد سقوط قوي ويشتكي من ألم الرقبة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تحركه، أمّن المكان، واتصل فورًا بـ 999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أثناء حدوث التشنج؟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 بإبعاد الأشياء الخطرة ومراقبة حالته دون تقييد حركته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وضع شيء في فم المصاب أثناء التشنج؟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يجب وضع أي شيء في فم المصاب أثناء التشنج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استمرار النوبة طويلًا، أو تكرارها، أو عدم استعادة الوعي، أو حدوث إصابة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بعد انتهاء النوبة؟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طمأنته، مراقبته، عدم إجباره على الوقوف، والبقاء معه حتى يستقر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الصحيح يعتمد على الهدوء وتأمين المكان وعدم تقييد المصاب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الفم • لا تقيّده • أبعد المخاطر • راقب المدة • اتصل بـ 999 عند الخطورة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"هدوؤك ومعرفتك بالتصرف الصحيح قد يحميان المصاب وقت التشنج"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E.10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1706</Words>
  <Application>Microsoft Office PowerPoint</Application>
  <PresentationFormat>شاشة عريضة</PresentationFormat>
  <Paragraphs>387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التشنجات والصرع</dc:title>
  <dc:subject>PptxGenJS Presentation</dc:subject>
  <dc:creator>هيئة أبوظبي للدفاع المدني</dc:creator>
  <cp:lastModifiedBy>Lenovo</cp:lastModifiedBy>
  <cp:revision>1</cp:revision>
  <dcterms:created xsi:type="dcterms:W3CDTF">2026-05-07T21:08:54Z</dcterms:created>
  <dcterms:modified xsi:type="dcterms:W3CDTF">2026-05-08T00:25:16Z</dcterms:modified>
</cp:coreProperties>
</file>