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882CA-F54D-455F-AD16-A527F49FA1C5}" v="1" dt="2026-06-08T08:08:00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1" d="100"/>
          <a:sy n="61" d="100"/>
        </p:scale>
        <p:origin x="485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lkaabi" userId="b0c4608ab7c67d9e" providerId="LiveId" clId="{35D882CA-F54D-455F-AD16-A527F49FA1C5}"/>
    <pc:docChg chg="undo custSel modSld">
      <pc:chgData name="Ali Alkaabi" userId="b0c4608ab7c67d9e" providerId="LiveId" clId="{35D882CA-F54D-455F-AD16-A527F49FA1C5}" dt="2026-06-08T08:09:34.833" v="111" actId="1076"/>
      <pc:docMkLst>
        <pc:docMk/>
      </pc:docMkLst>
      <pc:sldChg chg="modSp mod">
        <pc:chgData name="Ali Alkaabi" userId="b0c4608ab7c67d9e" providerId="LiveId" clId="{35D882CA-F54D-455F-AD16-A527F49FA1C5}" dt="2026-05-24T22:50:42.045" v="1" actId="2711"/>
        <pc:sldMkLst>
          <pc:docMk/>
          <pc:sldMk cId="0" sldId="257"/>
        </pc:sldMkLst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42.045" v="1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2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4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8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39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0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1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3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4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6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48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0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1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2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3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4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5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6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7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8" creationId="{00000000-0000-0000-0000-000000000000}"/>
          </ac:spMkLst>
        </pc:spChg>
        <pc:spChg chg="mod">
          <ac:chgData name="Ali Alkaabi" userId="b0c4608ab7c67d9e" providerId="LiveId" clId="{35D882CA-F54D-455F-AD16-A527F49FA1C5}" dt="2026-05-24T22:50:34.609" v="0" actId="2711"/>
          <ac:spMkLst>
            <pc:docMk/>
            <pc:sldMk cId="0" sldId="257"/>
            <ac:spMk id="59" creationId="{00000000-0000-0000-0000-000000000000}"/>
          </ac:spMkLst>
        </pc:spChg>
      </pc:sldChg>
      <pc:sldChg chg="addSp delSp modSp mod">
        <pc:chgData name="Ali Alkaabi" userId="b0c4608ab7c67d9e" providerId="LiveId" clId="{35D882CA-F54D-455F-AD16-A527F49FA1C5}" dt="2026-06-08T08:09:34.833" v="111" actId="1076"/>
        <pc:sldMkLst>
          <pc:docMk/>
          <pc:sldMk cId="0" sldId="269"/>
        </pc:sldMkLst>
        <pc:spChg chg="mod">
          <ac:chgData name="Ali Alkaabi" userId="b0c4608ab7c67d9e" providerId="LiveId" clId="{35D882CA-F54D-455F-AD16-A527F49FA1C5}" dt="2026-06-07T14:13:27.393" v="56" actId="20577"/>
          <ac:spMkLst>
            <pc:docMk/>
            <pc:sldMk cId="0" sldId="269"/>
            <ac:spMk id="23" creationId="{00000000-0000-0000-0000-000000000000}"/>
          </ac:spMkLst>
        </pc:spChg>
        <pc:spChg chg="del">
          <ac:chgData name="Ali Alkaabi" userId="b0c4608ab7c67d9e" providerId="LiveId" clId="{35D882CA-F54D-455F-AD16-A527F49FA1C5}" dt="2026-06-08T08:09:29.348" v="110" actId="478"/>
          <ac:spMkLst>
            <pc:docMk/>
            <pc:sldMk cId="0" sldId="269"/>
            <ac:spMk id="27" creationId="{00000000-0000-0000-0000-000000000000}"/>
          </ac:spMkLst>
        </pc:spChg>
        <pc:spChg chg="add mod">
          <ac:chgData name="Ali Alkaabi" userId="b0c4608ab7c67d9e" providerId="LiveId" clId="{35D882CA-F54D-455F-AD16-A527F49FA1C5}" dt="2026-06-08T08:09:34.833" v="111" actId="1076"/>
          <ac:spMkLst>
            <pc:docMk/>
            <pc:sldMk cId="0" sldId="269"/>
            <ac:spMk id="28" creationId="{6555D62A-A967-1088-97CF-55A80010E4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4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7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في المدارس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الطلبة أثناء الطوارئ أساس السلامة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"الإخلاء الآمن لا يعتمد على السرعة فقط، بل على الهدوء والالتزام بالتعليمات"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>
              <a:ea typeface="Tajaw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>
              <a:ea typeface="Tajawal"/>
            </a:endParaRPr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>
              <a:ea typeface="Tajaw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/>
                <a:cs typeface="Tajawal" pitchFamily="34" charset="-120"/>
              </a:rPr>
              <a:t>لماذا نتعلم الإخلاء؟</a:t>
            </a:r>
            <a:endParaRPr lang="en-US" sz="2800" dirty="0">
              <a:ea typeface="Tajaw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/>
                <a:ea typeface="Tajawal" pitchFamily="34" charset="-122"/>
                <a:cs typeface="Tajawal" pitchFamily="34" charset="-120"/>
              </a:rPr>
              <a:t>الطارئ قد يحدث في أي وقت ويجب الاستعداد له</a:t>
            </a:r>
            <a:endParaRPr lang="en-US" sz="1400" dirty="0">
              <a:latin typeface="Tajawal"/>
            </a:endParaRPr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>
              <a:latin typeface="Tajawal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أولوية </a:t>
            </a:r>
            <a:r>
              <a:rPr lang="en-US" sz="1100" dirty="0">
                <a:solidFill>
                  <a:srgbClr val="555555"/>
                </a:solidFill>
                <a:latin typeface="Abadi" panose="020F0502020204030204" pitchFamily="34" charset="0"/>
                <a:ea typeface="Tajawal"/>
                <a:cs typeface="Tajawal" pitchFamily="34" charset="-120"/>
              </a:rPr>
              <a:t>كل</a:t>
            </a: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 خطة طوارئ</a:t>
            </a:r>
            <a:endParaRPr lang="en-US" sz="1100" dirty="0">
              <a:ea typeface="Tajawal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  <a:ea typeface="Tajawal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  <a:ea typeface="Tajawal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  <a:ea typeface="Tajaw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/>
                <a:cs typeface="Tajawal" pitchFamily="34" charset="-120"/>
              </a:rPr>
              <a:t>تقليل الإصابات</a:t>
            </a:r>
            <a:endParaRPr lang="en-US" sz="1400" dirty="0">
              <a:latin typeface="Tajawal"/>
              <a:ea typeface="Tajaw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بالاستجابة المنظمة</a:t>
            </a:r>
            <a:endParaRPr lang="en-US" sz="1100" dirty="0">
              <a:ea typeface="Tajawal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منع الفوضى</a:t>
            </a:r>
            <a:endParaRPr lang="en-US" sz="1400" dirty="0">
              <a:latin typeface="Tajawal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تجنب التدافع</a:t>
            </a:r>
            <a:endParaRPr lang="en-US" sz="1100" dirty="0">
              <a:ea typeface="Tajawal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دعم المعلمين</a:t>
            </a:r>
            <a:endParaRPr lang="en-US" sz="1400" dirty="0">
              <a:latin typeface="Tajaw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في تنظيم الطلبة</a:t>
            </a:r>
            <a:endParaRPr lang="en-US" sz="1100" dirty="0">
              <a:ea typeface="Tajaw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تسهيل الطوارئ</a:t>
            </a:r>
            <a:endParaRPr lang="en-US" sz="1400" dirty="0">
              <a:latin typeface="Tajawal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عمل الفرق المختصة</a:t>
            </a:r>
            <a:endParaRPr lang="en-US" sz="1100" dirty="0">
              <a:ea typeface="Tajawal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  <p:txBody>
          <a:bodyPr/>
          <a:lstStyle/>
          <a:p>
            <a:endParaRPr lang="en-US">
              <a:latin typeface="Tajawal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1400" dirty="0">
              <a:latin typeface="Tajaw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التأكد من الجميع</a:t>
            </a:r>
            <a:endParaRPr lang="en-US" sz="1100" dirty="0">
              <a:ea typeface="Tajawal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التدريب على الإخلاء يجعلك أكثر استعدادًا وقت الطوارئ</a:t>
            </a:r>
            <a:endParaRPr lang="ar-AE" sz="1200" dirty="0">
              <a:latin typeface="Tajawal"/>
            </a:endParaRPr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ea typeface="Tajawal"/>
            </a:endParaRPr>
          </a:p>
        </p:txBody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ea typeface="Tajawal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/>
                <a:cs typeface="Tajawal" pitchFamily="34" charset="-120"/>
              </a:rPr>
              <a:t>@civildefencead</a:t>
            </a:r>
            <a:endParaRPr lang="en-US" sz="1000" dirty="0">
              <a:ea typeface="Tajawal"/>
            </a:endParaRPr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>
              <a:latin typeface="Tajawal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>
              <a:latin typeface="Tajawal"/>
            </a:endParaRPr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ea typeface="Tajawal"/>
            </a:endParaRPr>
          </a:p>
        </p:txBody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/>
                <a:cs typeface="Tajawal" pitchFamily="34" charset="-120"/>
              </a:rPr>
              <a:t>A.1</a:t>
            </a:r>
            <a:endParaRPr lang="en-US" sz="1000" dirty="0">
              <a:ea typeface="Tajawal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>
              <a:latin typeface="Tajawal"/>
            </a:endParaRPr>
          </a:p>
        </p:txBody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>
              <a:latin typeface="Tajaw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نحتاج إلى الإخلاء؟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تستدعي مغادرة المبنى المدرسي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سماع إنذار الحريق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حدوث حريق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غاز أو مادة خطرة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من الإدارة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طارئ يستدعي المغادرة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الخطر، اتبع التعليمات فور سماع الإنذار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سماع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النشاط واستجب لتعليمات المعلم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الحديث والحركة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لتعليمات المعلم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الحقيبة والأغراض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اصطف مع زملائك بنظام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بهدوء دون تدافع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مخرج آمن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إلى نقطة التجمع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الأغراض يمكن تعويضها، أما السلامة فلا تعوّض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الذي يجب تجنبه أثناء الإخلاء؟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 وتؤخر الخروج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الركض في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دفع الزملاء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الرجوع للحقائب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المصعد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أثناء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المجموعة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 الأبواب دون إذن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العودة بعد الخروج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ذهبية: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بهدوء، ابقَ مع مجموعتك، ولا تعُد إلى المبنى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الإخلاء ومخارج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وُضعت لمساعدة الطلبة على الخروج بأمان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على أقرب مخرج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مخرجًا بديلًا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أبواب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الحقائب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الإرشاد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فقط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 الخالي من العوائق يعني إخلاء أسرع وأكثر أمانًا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لم تكن داخل الصف وقت الإنذار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تكون في المكتبة أو المقصف أو الممرات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إلى الصف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لأقرب مخرج آمن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انضم لأقرب مجموعة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أقرب معلم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 المسؤول عند 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سؤال تفاعلي: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كنت في المكتبة وسمعت الإنذار، اخرج من أقرب مخرج ولا تعد للصف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التجمع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الآمن خارج المبنى لتجمع الطلبة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4846320" y="2697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1338560" y="276606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1338560" y="27660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697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الجميع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00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1338560" y="326898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1338560" y="32689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00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الطلبة المفقودين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703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1338560" y="377190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1338560" y="37719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7033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الصفوف بعيدًا عن الخطر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2062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1338560" y="427482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1338560" y="4274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2062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العودة العشوائية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7091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11338560" y="477774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11338560" y="4777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709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فرق الطوارئ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2120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11338560" y="5280660"/>
            <a:ext cx="274320" cy="27432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11338560" y="52806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212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البقاء حتى السماح بالعودة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نقطة التجمع مع صفك حتى يسمح المسؤول بالعودة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  <p:pic>
        <p:nvPicPr>
          <p:cNvPr id="50" name="صورة 4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598" y="292608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الطالب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لكل طالب دور في نجاح عملية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المعلم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دفع الزملاء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التوقف في الممرات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العودة للمبنى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البقاء مع الصف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المفقودين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 أثناء الإخلاء يحمي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المعلم والمشرف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الطلبة وتنظيم خروجهم بأمان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تهدئة الطلبة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الصف للمخرج الآمن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التدافع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اتباع المسار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مرافقة الطلبة لنقطة التجمع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حصر الحضور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الإدارة بالملاحظات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المعلم جزء أساسي من سلامتك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وجود دخان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قد يعيق الرؤية والتنفس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ممرًا مليئًا بالدخان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مسارًا بديلًا آمنًا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المعلم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بابًا فيه دخان كثيف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المسؤول إذا تعذر الخروج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الدخان خطر حتى لو لم تشاهد اللهب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سمعت الإنذار وأنت في دورات المياه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من أقرب مخرج آمن وأبلغ المسؤول عند نقطة التجمع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نسيت حقيبتك أو جهازك داخل الصف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إلى المبنى، السلامة أهم من الأغراض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زميل يركض ويدفع الطلبة أثناء النزول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التدافع وأبلغ المعلم أو المشرف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وصلت لنقطة التجمع وكنت خارج الصف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 المعلم أو المسؤول فورًا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نستخدم المصعد وقت الحريق؟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نستخدم السلالم فقط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نعود للمبنى بعد الخروج لأخذ الحقيبة؟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الخطر قد يكون مستمرًا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كنت خارج الصف وقت الإنذار؟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أتوجه لأقرب مخرج آمن، ثم أبلغ المسؤول في نقطة التجمع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نذهب بعد الإخلاء؟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نقطة التجمع المحددة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نركض أثناء الإخلاء؟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الركض قد يسبب التدافع والإصابات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اسمع الإنذار • اترك أغراضك • اخرج بهدوء • السلالم فقط • نقطة التجمع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"هدوؤك والتزامك أثناء الإخلاء قد ينقذ حياتك وحياة من حولك"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 err="1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</a:t>
            </a: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</a:t>
            </a: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أمنا</a:t>
            </a: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55D62A-A967-1088-97CF-55A80010E460}"/>
              </a:ext>
            </a:extLst>
          </p:cNvPr>
          <p:cNvSpPr txBox="1"/>
          <p:nvPr/>
        </p:nvSpPr>
        <p:spPr>
          <a:xfrm>
            <a:off x="8458450" y="6473166"/>
            <a:ext cx="3419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: Ali Alkaabi – Hasan </a:t>
            </a:r>
            <a:r>
              <a:rPr lang="en-US" dirty="0" err="1"/>
              <a:t>Alahbabi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1117</Words>
  <Application>Microsoft Office PowerPoint</Application>
  <PresentationFormat>Widescreen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Abadi</vt:lpstr>
      <vt:lpstr>Arial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الإخلاء الآمن في المدارس</dc:title>
  <dc:subject>PptxGenJS Presentation</dc:subject>
  <dc:creator>هيئة أبوظبي للدفاع المدني</dc:creator>
  <cp:lastModifiedBy>Ali Alkaabi</cp:lastModifiedBy>
  <cp:revision>2</cp:revision>
  <dcterms:created xsi:type="dcterms:W3CDTF">2026-05-06T11:04:56Z</dcterms:created>
  <dcterms:modified xsi:type="dcterms:W3CDTF">2026-06-08T08:09:36Z</dcterms:modified>
</cp:coreProperties>
</file>