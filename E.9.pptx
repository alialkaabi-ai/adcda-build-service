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19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.png"/><Relationship Id="rId5" Type="http://schemas.openxmlformats.org/officeDocument/2006/relationships/image" Target="../media/image40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5.png"/><Relationship Id="rId5" Type="http://schemas.openxmlformats.org/officeDocument/2006/relationships/image" Target="../media/image25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7.pn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الإغماء ووضعية الإفاقة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تأمين، ومراقبة التنفس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"الإغماء حالة تحتاج إلى هدوء، وتأمين المكان، ومراقبة التنفس والاستجابة، وطلب المساعدة عند الحاجة"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بالإغماء؟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يحدث في المنزل أو المدرسة أو العمل أو الأماكن العامة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السقوط والإصابة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التنفس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ومراقبة الاستجابة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والارتباك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علامات الخطر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طمأنة المصاب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الإفاقة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الإسعاف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الأولي الآمن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المتكرر أو المصحوب بألم شديد أو صعوبة تنفس يحتاج اتصالًا فوريًا بـ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بالإغماء؟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مؤقت للوعي أو ضعف مفاجئ في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مؤقت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شديدة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مفاجئ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أو شحوب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الوقوف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بعد الإفاقة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 كل إغماء بسيطًا — يجب الانتباه للعلامات المصاحبة للحالة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شائعة للإغماء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بعضها يحتاج إلى تقييم طبي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وقوف لفترة طويلة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إرهاق أو قلة نوم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جفاف أو قلة سوائل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شديدة أو ازدحام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انفعال أو خوف شديد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السكر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صحية أو أدوية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أو ألم شديد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السبب تساعد في التعامل الأولي، لكنها لا تغني عن طلب المساعدة عند الخطورة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ما قبل الإغماء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تدخل مبكر يمنع السقوط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وعدم توازن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شحوب في الوجه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مفاجئ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 وضعف عام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تشوش في الرؤية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طنين في الأذن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الوقوف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الشخص على الجلوس أو الاستلقاء في مكان آمن قبل أن يسقط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القريبة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أو دراجات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سلالم أو حواف مرتفعة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زلقة أو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تدافع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أو دخان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حادة أو عوائق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المخاطر، ووفّر مساحة حول المصاب، ولا تعرض نفسك للخطر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الشعور بقرب الإغماء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أو الاستلقاء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الحرارة أو الزحام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مناسبة في المكان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التنفس بهدوء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تجعله يقف بسرعة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حالته واطلب المساعدة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التدخل قبل السقوط قد يمنع إصابة إضافية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فقدان الوعي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سريع دون 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استجابة المصاب بلطف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الاتصال بـ 999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وجود تنفس طبيعي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لغير الواعي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اشتباه الإصابة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غير مستجيب ولا يتنفس طبيعيًا، تعامل كحالة طارئة واتصل بـ 999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نستخدم وضعية الإفاقة؟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مستجيب لكنه يتنفس طبيعيًا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مع تنفس طبيعي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مجرى التنفس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وصول المساعدة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اشتباه بإصابة خطيرة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موظف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هناك اشتباه بإصابة في الرأس أو الرقبة أو الظهر، لا تحرك المصاب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وضعية الإفاقة بشكل عام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إبقاء المصاب في وضع آمن نسبيًا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أنه يتنفس طبيعيًا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مع إصابة الظهر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من شخص آخر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999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باستمرار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المصاب وحده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وضعية الإفاقة مفيدة في حالات محددة، لكنها لا تعني أن الحالة لا تحتاج متابعة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التنفس والاستجابة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في المراقبة بعد الإغماء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يتنفس بشكل طبيعي؟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يستعيد الوعي؟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دوخة بعد الإفاقة؟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ألم في الصدر أو الرأس؟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إصابة من السقوط؟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تتكرر الحالة أو تسوء؟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تغير التنفس أو ضعفت الاستجابة أو ظهرت علامات خطورة، اتصل فورًا بـ 999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استعادة الوعي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في إيقافه أو تركه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بهدوء وطمأنه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تجعله يقف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الألم والدوخة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 جالسًا حتى يستقر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لمن هو مرتبك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التكرار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التحسن السريع لا يعني تجاهل سبب الإغماء، خاصة إذا كان غير معتاد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يكون الإغماء حالة طارئة؟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ظهور هذه العلامات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استعادة الوعي بسرعة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في الصدر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بعد السقوط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الرأس أو الرقبة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 أو ارتباك شديد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إغماء بعد حادث قوي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تكرار الإغماء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خطورة الحالة، اتصل بالطوارئ ولا تنتظر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بسبب الحرارة أو الازدحام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إجهاد أو جفاف أو ضعف تهوية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مهوّى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الشمس والحرارة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وعيه وتنفسه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شراب لمن هو غير واعٍ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الاستمرار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والراحة وشرب الماء بانتظام تقلل الدوخة والإغماء في الأجواء الحارة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بعد السقوط أو الإصابة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مع ألم الرأس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في إيقافه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الإصابة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بعد إصابة قد يدل على حالة تحتاج إلى تقييم عاجل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الإغماء؟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ترش الماء عشوائيًا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لغير الواعي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 فورًا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إصابة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 أو تنشره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وطلب المساعدة أهم من التصرفات العشوائية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الإغماء المتكرر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للعوامل المسببة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طويل دون حركة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 فور الدوخة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الحرارة والازدحام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تناول الطعام بانتظام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راجع المختصين عند التكرار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الأسرة أو العمل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المتكرر يحتاج إلى تقييم من مختصين صحيين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يقلل الفوضى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يراقب التنفس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يجمع المعلومات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يطمئن المصاب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والتنظيم أفضل من التجمهر أو التصوير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الإغماء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عند الدوخة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إن كان غير مستقر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 ووفر تهوية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لغير الواعي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 بسرعة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اشتباه إصابة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وضعية إفاقة مع إصابة الظهر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ترش الماء عشوائيًا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بالطوارئ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 أو تنشره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شعر بدوخة في مكان مزدحم وقال إنه قد يفقد وعيه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في مكان آمن ومهوّى، راقبه، واطلب المساعدة عند الحاجة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فقد الوعي لكنه يتنفس طبيعيًا ولا توجد علامات إصابة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تنفسه، استخدم وضعية الإفاقة إن كنت تعرفها، واتصل بـ 999 عند الحاجة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أغمي عليه بعد سقوط ويشتكي من ألم الرقبة بعد الإفاقة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طمئنه، ابقَ المكان آمنًا، واتصل فورًا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الإفاقة حاول المصاب الوقوف بسرعة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من الوقوف، وساعده على البقاء جالسًا حتى تستقر حالته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رؤية شخص يشعر بدوخة شديدة؟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مساعدته على الجلوس أو الاستلقاء في مكان آمن لتقليل خطر السقوط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إعطاء طعام أو شراب لمصاب غير واعٍ؟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يُعطى طعام أو شراب لمن هو غير واعٍ أو غير قادر على البلع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يتم الاتصال بـ 999 في حالات الإغماء؟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عدم استعادة الوعي، أو صعوبة التنفس، أو ألم الصدر، أو إصابة الرأس، أو تكرار الإغماء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لا نستخدم وضعية الإفاقة؟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اشتباه إصابة في الرأس أو الرقبة أو الظهر، إلا عند خطر مباشر ووفق المختصين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يحتاج هدوءًا، وتأمين المكان، ومراقبة التنفس، وطلب المساعدة عند الحاجة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• لا طعام لغير الواعي • لا تحركه عند الإصابة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الواعي عند الإغماء يبدأ بالهدوء وينتهي بطلب المساعدة في الوقت المناسب"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E.9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1732</Words>
  <Application>Microsoft Office PowerPoint</Application>
  <PresentationFormat>شاشة عريضة</PresentationFormat>
  <Paragraphs>395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الإغماء ووضعية الإفاقة</dc:title>
  <dc:subject>PptxGenJS Presentation</dc:subject>
  <dc:creator>هيئة أبوظبي للدفاع المدني</dc:creator>
  <cp:lastModifiedBy>Lenovo</cp:lastModifiedBy>
  <cp:revision>1</cp:revision>
  <dcterms:created xsi:type="dcterms:W3CDTF">2026-05-07T21:00:51Z</dcterms:created>
  <dcterms:modified xsi:type="dcterms:W3CDTF">2026-05-08T00:24:01Z</dcterms:modified>
</cp:coreProperties>
</file>