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93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9.png"/><Relationship Id="rId5" Type="http://schemas.openxmlformats.org/officeDocument/2006/relationships/image" Target="../media/image17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5.png"/><Relationship Id="rId5" Type="http://schemas.openxmlformats.org/officeDocument/2006/relationships/image" Target="../media/image35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9.png"/><Relationship Id="rId5" Type="http://schemas.openxmlformats.org/officeDocument/2006/relationships/image" Target="../media/image10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الإبلاغ عن المخاطر داخل المدرسة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المبكر يحمي الجميع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"الإبلاغ عن الخطر سلوك مسؤول يساهم في حماية الطلبة والكادر المدرسي"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نحتاج إلى ثقافة الإبلاغ؟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تبدأ الحوادث من ملاحظة بسيطة لم يتم الإبلاغ عنها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الحوادث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وقوعها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السلامة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للطلبة والكادر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معالجة سريعة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للمخاطر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تعزيز المسؤولية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البيئة المدرسية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جاهزية المدرسة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للطوارئ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الذي يتم الإبلاغ عنه مبكرًا يمكن التعامل معه قبل أن يسبب إصابة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بالخطر داخل المدرسة؟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حالة أو تصرف قد يؤدي إلى إصابة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أرضيات مبللة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زجاج مكسور أو حاد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تالفة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محجوبة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عوائق في الممرات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غير مصرّح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سلوكيات خطرة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أو سخونة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لا يكون دائمًا كبيرًا وواضحًا، أحيانًا يبدأ بتفصيل بسيط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الإبلاغ؟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فورًا عند ملاحظة أي شيء يهدد السلامة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8117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29946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أو رائحة احتراق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8117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29946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كهربائية 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8117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29946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عائق في الممرات أو السلالم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8117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29946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باب طوارئ محجوب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379476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0005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1833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37947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سوائل على الأرض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379476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0005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1833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37947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كسر في الزجاج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379476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0005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1833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37947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طالب مصاب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379476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0005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1833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37947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خلل في معدات السلامة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791456" y="49834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3" name="Shape 31"/>
          <p:cNvSpPr/>
          <p:nvPr/>
        </p:nvSpPr>
        <p:spPr>
          <a:xfrm>
            <a:off x="4974336" y="51892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57216" y="5372100"/>
            <a:ext cx="320040" cy="32004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797296" y="498348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يعرّض الآخرين</a:t>
            </a:r>
            <a:endParaRPr lang="en-US" sz="1300" dirty="0"/>
          </a:p>
        </p:txBody>
      </p:sp>
      <p:sp>
        <p:nvSpPr>
          <p:cNvPr id="46" name="Shape 33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أن يتكرر الخطر أو يتسبب في حادث، أبلغ فورًا</a:t>
            </a:r>
            <a:endParaRPr lang="ar-AE" sz="1200" dirty="0"/>
          </a:p>
        </p:txBody>
      </p:sp>
      <p:sp>
        <p:nvSpPr>
          <p:cNvPr id="48" name="Shape 35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11" descr="/home/claude/assets/social_icon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7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0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1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2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3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58" name="Shape 44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5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لمن يتم الإبلاغ؟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الشخص المناسب يضمن التعامل السريع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المعلم داخل الصف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مشرف الممر أو الساحة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الإدارة المدرسية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 السلامة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الممرض المدرسي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مشرف الحافلة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فني المختبر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الخطر طارئًا، أبلغ أقرب مسؤول فورًا دون تأخير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تبلغ بطريقة صحيحة؟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البلاغ الواضح والمحدد يضمن التعامل السريع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09067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17296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09067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 أو تحاول إصلاحه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57530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65760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57530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أخبر أقرب معلم أو مشرف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05993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14223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05993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موقع الخطر بدقة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199632" y="4544568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347704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11347704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336792" y="454456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صف نوع الخطر بوضوح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199632" y="502920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347704" y="51114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11347704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336792" y="502920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التعليمات بعد الإبلاغ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D1FAE5"/>
          </a:solidFill>
          <a:ln w="9525">
            <a:solidFill>
              <a:srgbClr val="1B873F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697480"/>
            <a:ext cx="320040" cy="32004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94360" y="2670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صحيح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594360" y="301752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"توجد سوائل على أرضية الممر بجانب مختبر العلوم"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457200" y="41605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4251960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94360" y="4224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غير واضح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594360" y="457200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"في شيء خطر هناك"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عند ملاحظة خطر؟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العشوائي قد يزيد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التمديدات الكهربائية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الإصلاح بنفسك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تجمع الزجاج بيدك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الدخان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تصوّر أو تتجمع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تثير الهلع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ابتعد، أبلغ، واتبع التعليمات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مخاطر الحرائق والكهرباء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تتطلب سرعة في الإبلاغ وعدم الاقتراب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في أي مرفق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غير طبيعية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تالفة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زائد على المقابس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غير مصرّح للطفاية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قابلة للاشتعال قرب الحرارة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فصل أو تشغيل الأجهزة الكهربائية إذا لاحظت مؤشر 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مخاطر الحركة والإصابات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السقوط والتعثر يمكن منعها بالإبلاغ المبكر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أرضية مبللة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عوائق في الممرات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في مسار الحركة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بلاط مكسور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كرسي أو طاولة غير ثابتة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باب أو نافذة مكسورة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طالب مصاب أو متعب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إبلاغك عن خطر بسيط قد يمنع إصابة لأحد زملائك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لا يعني اللوم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وقائي مسؤول وليس شكوى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الجميع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هدف الإبلاغ الأساسي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معالجة الخطر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بسرعة وفعالية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غيرك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بنفسك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الزميل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والآخرين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بيئة آمنة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للجميع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عندما تبلّغ عن خطر، فأنت تساعد في منع حادث قبل وقوعه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الإبلاغ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فورًا عند الملاحظة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صف الموقع بوضوح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كلمات محددة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الخطر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المسؤول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في إبعاد الآخرين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الخطر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الإصلاح بنفسك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الموقع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تتجمع حول الخطر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تثير الهلع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الخطر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سوائل على أرضية الممر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 وأبلغ أقرب معلم أو مشرف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رأيت تمديدات كهربائية مكشوفة في الصف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تلمسها، وأبلغ المعلم فورًا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باب الطوارئ محجوب ببعض الأدوات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الإدارة أو مسؤول السلامة لإزالة العائق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طالب يستخدم معدات السلامة دون تصريح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المشرف — معدات السلامة للطوارئ فقط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رأيت خطرًا داخل المدرسة؟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عن مصدر الخطر وأبلغ المسؤول فورًا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تحاول إصلاح تمديدات كهربائية تالفة بنفسك؟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إبلاغ المسؤول المختص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تحديد موقع الخطر بدقة؟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يتم التعامل معه بسرعة وبطريقة صحيحة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الإبلاغ عن الخطر يعتبر شكوى؟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الإبلاغ تصرف وقائي مسؤول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كان الخطر قريبًا من الطلبة؟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المسؤول وأبتعد، دون تعريض نفسي للخطر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المخاطر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 • ابتعد • أبلغ • صف الموقع • اتبع التعليمات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"إبلاغك المبكر قد يمنع حادثًا ويحمي حياة من حولك"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A.6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1028</Words>
  <Application>Microsoft Office PowerPoint</Application>
  <PresentationFormat>شاشة عريضة</PresentationFormat>
  <Paragraphs>252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8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ثقافة الإبلاغ عن المخاطر داخل المدرسة</dc:title>
  <dc:subject>PptxGenJS Presentation</dc:subject>
  <dc:creator>هيئة أبوظبي للدفاع المدني</dc:creator>
  <cp:lastModifiedBy>Lenovo</cp:lastModifiedBy>
  <cp:revision>1</cp:revision>
  <dcterms:created xsi:type="dcterms:W3CDTF">2026-05-06T11:28:29Z</dcterms:created>
  <dcterms:modified xsi:type="dcterms:W3CDTF">2026-05-06T12:32:49Z</dcterms:modified>
</cp:coreProperties>
</file>