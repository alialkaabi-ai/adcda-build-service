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4204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19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6.png"/><Relationship Id="rId5" Type="http://schemas.openxmlformats.org/officeDocument/2006/relationships/image" Target="../media/image27.png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7.png"/><Relationship Id="rId5" Type="http://schemas.openxmlformats.org/officeDocument/2006/relationships/image" Target="../media/image26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41.png"/><Relationship Id="rId5" Type="http://schemas.openxmlformats.org/officeDocument/2006/relationships/image" Target="../media/image36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3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47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4.png"/><Relationship Id="rId5" Type="http://schemas.openxmlformats.org/officeDocument/2006/relationships/image" Target="../media/image4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.png"/><Relationship Id="rId7" Type="http://schemas.openxmlformats.org/officeDocument/2006/relationships/image" Target="../media/image4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28.png"/><Relationship Id="rId5" Type="http://schemas.openxmlformats.org/officeDocument/2006/relationships/image" Target="../media/image31.png"/><Relationship Id="rId10" Type="http://schemas.openxmlformats.org/officeDocument/2006/relationships/image" Target="../media/image47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48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5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19.png"/><Relationship Id="rId5" Type="http://schemas.openxmlformats.org/officeDocument/2006/relationships/image" Target="../media/image43.png"/><Relationship Id="rId10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5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5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الحشود والمرافق العامة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تخطيط، تنظيم، وتوجيه آمن للجمهور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"الخطر في الحشود لا ينتج من العدد فقط، بل من سوء التنظيم وردود الفعل المفاجئة"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بإدارة مخاطر الحشود؟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العدد الكبير يحتاج تنظيمًا واضحًا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التدافع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والازدحام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المعرضة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الوصول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للمخارج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تمكين فرق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الاستجابة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حول الحوادث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الجميع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المرفق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الخطر في الحشود لا ينتج من العدد فقط، بل من سوء التنظيم وردود الفعل المفاجئة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بالحشود والمرافق العامة؟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أماكن تستقبل عددًا كبيرًا من الزوار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المراكز التجارية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الحدائق العامة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الملاعب والصالات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الفعاليات والمهرجانات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محطات النقل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الشواطئ السياحية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المباني الحكومية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المناسبات العامة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مكان يستقبل عددًا كبيرًا من الزوار يحتاج إلى خطة واضحة لإدارة الحركة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مخاطر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تظهر عند ضعف التنظيم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التدافع عند 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تزاحم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تعثر وسقوط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وصول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تجمهر حول الحوادث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ارتباك عند الإنذار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حجب مخارج الطوارئ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والمخارج ليست أماكن تجمع، بل مسارات حركة وسلامة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المسبق للحشود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يمنع كثيرًا من المخاطر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تقدير العدد المتوقع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الدخول والخروج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التجمع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إرشادية واضحة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فرق تنظيم وإرشاد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الطوارئ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طرق وصول الاستجابة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مراعاة الفئات المعرضة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كلما كان التخطيط واضحًا قبل الحدث، كان التصرف أسهل وقت الطوارئ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الدخول والخروج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عنصر أساسي في سلامة الحشود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فصل الدخول عن الخروج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واضحة ومفتوحة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في الممرات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إرشادية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الجمهور بهدوء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حواجز غير ضرورية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لأصحاب الهمم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عائق صغير في مسار مزدحم قد يسبب تأخيرًا أو تدافعًا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ونقاط التجمع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معروفة وواضحة قبل الطارئ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مخارج بوضوح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حجب للوحات الإرشاد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أبواب خالية من العوائق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تعريف المنظمين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لنقطة آمنة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عند المداخل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عودة بعد إذن المختصين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الآمن لا ينتهي عند الباب، بل عند الوصول إلى نقطة تجمع 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الازدحام داخل المرافق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مستمرة للكثافة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الكثافة في المناطق الضيقة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مسارات إضافية عند الحاجة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الطوابير بوضوح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التزاحم أمام المصاعد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توزيع الجمهور على المداخل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التوجيه بمكبرات الصوت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إيقاف الدخول عند الحد الآمن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الازدحام إذا تُرك دون تنظيم قد يتحول إلى خطر خلال دقائق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الأطفال وكبار السن وأصحاب الهمم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مراعاة خاصة في الحشود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مناسبة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مساعدة واضحة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الأسر للأماكن الآمنة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كراسي لكبار السن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دون تدافع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آلية لحالات الفقدان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الحشود تُقاس بمدى حماية الفئات الأكثر حاجة للدعم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التواصل والإرشاد أثناء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الرسالة يقلل الارتباك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إرشادية واضحة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إعلانات صوتية هادئة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أفراد تنظيم ظاهرين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خرائط للمخارج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رسائل توعوية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تعليمات بلغات مناسبة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بعيدًا عن الخطر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الرسالة الواضحة في الوقت المناسب قد تمنع الازدحام والتدافع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التجمهر حول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يزيد الخطر ويعيق المساعدة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إعاقة فرق الطوارئ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زيادة الزحام في الخطر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إصابات إضافية للمتجمهرين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تعطيل عملية الإخلاء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انتهاك خصوصية المصابين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تشتيت انتباه المنظمين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واتصل بـ 999 عند الحاجة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 عاجل: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موقع الحادث، واترك المجال للمنظمين وفرق الاستجابة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التصوير والنشر أثناء الحوادث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غير مسؤول قد يسبب ضررًا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تصوير المصابين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نشر للصور والمقاطع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للتصوير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اقتراب للفضول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تعطيل المنظمين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الطوارئ — دورك الابتعاد وطلب المساعدة، وليس التصوير أو النشر</a:t>
            </a:r>
            <a:endParaRPr lang="ar-AE" sz="1200" dirty="0"/>
          </a:p>
        </p:txBody>
      </p:sp>
      <p:sp>
        <p:nvSpPr>
          <p:cNvPr id="32" name="Shape 2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6" name="Shape 2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الإخلاء في المرافق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هدوء واتباع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الرسمية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لأقرب مخرج آمن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ولا دفع للآخرين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أثناء الحريق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من يحتاج إن أمكن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لأخذ الممتلكات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الاندفاع أثناء الإخلاء قد يكون أخطر من سبب الإخلاء نفسه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الإنذار أو الإعلان الطارئ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بجدية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النشاط فورًا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اتجاهات الخروج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تجادل المنظمين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تتجه عكس الجمهور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في الممرات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ليس وقتًا للتردد، بل وقتًا للتصرف المنظم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المنظمين وإدارة المرفق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المسؤولية الأساسية للسلامة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كثافة الحشود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المداخل والمخارج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وضوح مخارج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فرق التنظيم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للفئات المعرضة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تنسيق مع المختصين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التجمهر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الحشود الناجحة تعتمد على فريق يعرف دوره قبل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الجمهور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شريك أساسي في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بالتعليمات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وقوف في الممرات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تدافع أو مزاحمة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تجمهر أو تصوير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التوجه لنقطة التجمع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فرد واحد بطريقة خاطئة قد يؤثر على سلامة مجموعة كاملة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الحشود في الفعاليات الخارجية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تعدد المداخل والحرارة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واضحة للحركة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نقاط مياه واستراحة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للخدمات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الطوابير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مناطق للأطفال المفقودين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قرب المنصات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مسارات طوارئ مفصولة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المساحات الخارجية الواسعة لا تعني غياب الخطر — التنظيم يبقى ضروريًا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تدافع؟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يقلل الإصابات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هدوئك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اتجاه الحركة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الزوايا الضيقة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ابحث عن مساحة أقل ازدحامًا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ساعد الأطفال إن أمكن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الإصابات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وتقليل الدفع يساعدان على تقليل الإصابات في الحشود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قبل زيارة المرافق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بسيط يُحدث فرقًا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المداخل والمخارج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للأسرة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كبيرة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أحذية مناسبة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التعليمات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الازدحام الشديد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الاستعداد البسيط قبل المكان المزدحم يساعد على التصرف بشكل أفضل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الحشود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أقرب مخرج آمن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المخارج خالية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والمرافقين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مواقع الحوادث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الخطر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تدافع أو تدفع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تتجمهر حول الحوادث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تصور المصابين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الممرات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أثناء الحريق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للأغراض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الإنذارات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حدث ازدحام شديد عند بوابة خروج في فعالية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المنظمين، لا تتدافع، توجه لمخرج بديل آمن، وحافظ على هدوء الحركة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سقط شخص في ممر مزدحم وبدأ الناس يتجمعون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المتجمهرين، اترك مساحة، أبلغ المنظمين، واتصل بـ 999 عند الإصابة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إعلانًا بضرورة الإخلاء من مركز تجاري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التعليمات، توجه لأقرب مخرج آمن، لا مصعد، وصل لنقطة التجمع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انفصل عن أسرته وسط الزحام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المنظمين أو الأمن فورًا، لا تتركه يتحرك وحده، ووجه الأسرة لنقطة المساعدة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لتقليل مخاطر الحشود؟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مسارات الدخول والخروج، إبقاء المخارج خالية، واتباع تعليمات المنظمين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تجنب التجمهر حول الحوادث؟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لأنه يعيق وصول المساعدة، يزيد الازدحام، ويعرض المتجمهرين والمصابين لمخاطر إضافية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إعلان إخلاء؟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التعليمات، التوجه لأقرب مخرج آمن بهدوء، وعدم الرجوع لأخذ الممتلكات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التصرف الصحيح عند خطر مباشر في الحشود؟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الابتعاد عن الخطر، إبلاغ المنظمين، والاتصال بـ 999 عند الحاجة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التخطيط والتنظيم والتزام الجمهور تحمي الجميع وقت الطوارئ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في الممرات • لا تتجمهر • اتبع المنظمين • اتصل بـ 999 عند الخطر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"سلامة الحشود مسؤولية مشتركة تبدأ من وعي كل فرد"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G.5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1674</Words>
  <Application>Microsoft Office PowerPoint</Application>
  <PresentationFormat>شاشة عريضة</PresentationFormat>
  <Paragraphs>422</Paragraphs>
  <Slides>23</Slides>
  <Notes>23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23</vt:i4>
      </vt:variant>
    </vt:vector>
  </HeadingPairs>
  <TitlesOfParts>
    <vt:vector size="27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الحشود والمرافق العامة</dc:title>
  <dc:subject>PptxGenJS Presentation</dc:subject>
  <dc:creator>هيئة أبوظبي للدفاع المدني</dc:creator>
  <cp:lastModifiedBy>Lenovo</cp:lastModifiedBy>
  <cp:revision>1</cp:revision>
  <dcterms:created xsi:type="dcterms:W3CDTF">2026-05-08T06:25:45Z</dcterms:created>
  <dcterms:modified xsi:type="dcterms:W3CDTF">2026-05-08T21:31:28Z</dcterms:modified>
</cp:coreProperties>
</file>