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1064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31.png"/><Relationship Id="rId5" Type="http://schemas.openxmlformats.org/officeDocument/2006/relationships/image" Target="../media/image26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6.png"/><Relationship Id="rId5" Type="http://schemas.openxmlformats.org/officeDocument/2006/relationships/image" Target="../media/image19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15.png"/><Relationship Id="rId5" Type="http://schemas.openxmlformats.org/officeDocument/2006/relationships/image" Target="../media/image34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0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4.png"/><Relationship Id="rId5" Type="http://schemas.openxmlformats.org/officeDocument/2006/relationships/image" Target="../media/image19.png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.png"/><Relationship Id="rId5" Type="http://schemas.openxmlformats.org/officeDocument/2006/relationships/image" Target="../media/image15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.png"/><Relationship Id="rId5" Type="http://schemas.openxmlformats.org/officeDocument/2006/relationships/image" Target="../media/image22.png"/><Relationship Id="rId10" Type="http://schemas.openxmlformats.org/officeDocument/2006/relationships/image" Target="../media/image37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4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.png"/><Relationship Id="rId5" Type="http://schemas.openxmlformats.org/officeDocument/2006/relationships/image" Target="../media/image44.png"/><Relationship Id="rId10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أثناء التنقل والحشود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للحجاج والمعتمرين — وعي والتزام بالمسارات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"السلامة في الحشود لا تعتمد على الفرد فقط، بل على التزام الجميع بالتعليمات"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H.2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بسلامة التنقل والحشود؟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كثافة عالية وحركة مستمرة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التدافع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والسقوط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كبار السن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والأطفال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تسهيل حركة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الحجاج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الارتباك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بالتجمعات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دعم جهود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المنظمين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أداء المناسك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بهدوء وأمان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الحشود لا تعتمد على الفرد فقط، بل على التزام الجميع بالتعليمات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H.2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مخاطر الحشود والتنقل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تظهر مع الاستعجال ومخالفة الإرشادات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التدافع والحركة العكسية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السقوط بسبب الزحام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الانفصال عن المرافقين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الإرهاق من المشي الطويل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التوقف المفاجئ بالمسار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مداخل غير مخصصة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إعاقة مسارات الطوارئ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الزحام يصبح أخطر عند الاستعجال أو مخالفة اتجاه الحركة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التخطيط قبل التنقل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يقلل الارتباك ويزيد الأمان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تعرف على المسار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تجمع واضحة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وسيلة تواصل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بطاقة تعريف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أمتعة ثقيلة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ماء وراحة قبل التحرك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مراعاة كبار السن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التحرك المنظم يبدأ قبل مغادرة مكان السكن أو نقطة التجمع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بالمسارات المحددة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الحركة وتقليل المخاطر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اللوحات الإرشادية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تعكس اتجاه السير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المداخل المخصصة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تعبر الحواجز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في ممرات الحركة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مسارات الطوارئ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المنظمين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مخالفة المسار قد تربك حركة الآخرين وتزيد احتمالية التدافع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H.2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التحرك وسط الحشود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هدوء وتنظيم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تحرك بهدوء بلا استعجال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مسافة مناسبة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توقف مفاجئ بالمسار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أجهزة إلكترونية بالحركة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لكبار السن والأطفال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امشِ مع اتجاه الحركة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تختصر بأماكن غير مخصصة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دفع الآخرين أو التوقف المفاجئ قد يؤدي إلى سقوط متتابع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H.2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التدافع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أخطر سلوكيات الحشود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اندفاع نحو المداخل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مزاحمة عند التفتيش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انتظر دورك بهدوء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التجمع بالأماكن الضيقة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مساحة لكبار السن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المنظمين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دقيقة انتظار خير من خطر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دقيقة انتظار بهدوء أفضل من تعريض نفسك والآخرين للخطر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H.2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عند نقاط الدخول والخروج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كثافة عالية تحتاج انتباهًا أكبر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جهّز أغراضك مسبقًا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توقف فجأة بعد الدخول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تعد للخلف عكسًا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للأطفال والكبار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تصوير بمسار الحركة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المسارات المخصصة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انتظر التوجيه عند الازدحام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نقاط الدخول والخروج ليست أماكن مناسبة للانتظار أو التجمع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وسائل النقل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صبر ونظام عند الصعود والنزول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انتظر بالمكان المخصص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اندفاع عند الأبواب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اصعد وانزل بهدوء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أولوية لكبار السن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تمسك بالمقابض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عند الأبواب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أغراض لا تعيق الآخرين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النقل تبدأ من الصبر والنظام، وليس من الاستعجال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كبار السن وأصحاب الهمم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تخطيط ومرافقة بالحشود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تنقل وحدهم بالزحام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أوقات أقل ازدحامًا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وسائل النقل المتاحة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فترات راحة متكررة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معلومات صحية مهمة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إبلاغ المرافقين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مشي طويل دون استعداد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مراعاة الفئات الأكثر عرضة للمخاطر مسؤولية جماعية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الأطفال أثناء الحشود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مراقبة مستمرة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الطفل دون مراقبة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علّمه اسم المرافق ورقمه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 بطاقة تعريف معه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تسمح له بالجري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أمسك بيده بالمناطق المزدحمة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له نقطة تجمع آمنة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من المنظمين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انشغال لحظات قليلة قد يؤدي إلى فقدان الطفل وسط الزحام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H.2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التشتت أثناء التنقل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يزيد احتمالية التعثر والاصطدام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إلكترونية بالمشي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تصوير بمسار الحركة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البحث في الحقيبة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مفاجئ للحديث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سماعات تمنع التوجيهات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في مكان آمن ومخصص إذا احتجت إلى استخدام جهازك</a:t>
            </a:r>
            <a:endParaRPr lang="ar-AE" sz="1200" dirty="0"/>
          </a:p>
        </p:txBody>
      </p:sp>
      <p:sp>
        <p:nvSpPr>
          <p:cNvPr id="32" name="Shape 2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H.2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فقدان المرافقين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خطة مسبقة تقلل الارتباك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تجمع واضحة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وسيلة تواصل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احفظ عنوان السكن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تتحرك عشوائيًا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من المنظمين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بمكان آمن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في مكان آمن، تواصل مع المرافقين، أو توجه لأقرب نقطة مساعدة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الازدحام الشديد؟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هدوء وتجنب الذعر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تدفع من أمامك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تحرك مع الاتجاه الآمن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تنزل للأرض للأغراض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الزوايا الضيقة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المنظمين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عند التعب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الزحام الشديد، سلامتك أهم من الأغراض أو الوصول السريع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H.2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سقوط شخص وسط الحشود؟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هادئ يمنع زيادة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تدافع حول المصاب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نبه من حولك بهدوء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من المنظمين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تحركه عند الإصابة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 فقط إن كان آمنًا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التجمهر حول المصاب قد يعيق وصول المساعدة ويزيد الازدحام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الاستعداد للأحوال الجوية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حرارة وأمطار وغبار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اشرب الماء بانتظام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مظلة أو غطاء للشمس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المشي عند التعب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أحذية مناسبة ومريحة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للأرضيات الزلقة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عند ضعف الرؤية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أثناء التنقل تشمل الانتباه للحشود والطقس معًا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حقيبة خفيفة للتنقل الآمن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الحمل الزائد يصعّب الحركة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بطاقة تعريف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ماء بكمية مناسبة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أدوية شخصية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وسيلة تواصل مشحونة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معلومات السكن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أغراض خفيفة فقط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كلما كانت أغراضك أخف، كان تنقلك أكثر أمانًا وسهولة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سماع إنذار أو توجيه رسمي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اتباع التعليمات بهدوء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استمع للتعليمات بوضوح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تنشر شائعات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المسار المحدد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تعكس الاتجاه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 دون تعطيل المسار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لنقطة التجمع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اتباع التوجيه الرسمي يقلل الارتباك ويحافظ على سلامة الجميع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الحشود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خطط لمسارك مسبقًا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بالمسارات المحددة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تحرك بهدوء بالحشود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راعِ كبار السن والأطفال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احمل بطاقة تعريف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المنظمين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تعكس اتجاه السير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تدفع الآخرين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بالمداخل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أجهزة إلكترونية بالمشي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أمتعة ثقيلة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تجمهر حول المصاب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تنشر الشائعات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H.2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وصلت لمدخل مزدحم وبعض الأشخاص يندفعون للدخول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انتظر بهدوء، لا تتدافع، واتبع تعليمات المنظمين والمسار المحدد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انفصل أحد المرافقين عن المجموعة بالزحام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تواصل معه إن أمكن، توجه لنقطة التجمع، أو اطلب المساعدة من المنظمين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سقط شخص أمامك وسط الحشود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نبه المحيطين بهدوء، اطلب المساعدة من المنظمين، ولا تتجمهر حول المصاب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تحتاج لاستخدام الجهاز الإلكتروني وسط الحشود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بمكان آمن مخصص بعيدًا عن مسار الحركة، ثم استخدم جهازك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H.2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الالتزام بالمسارات المحددة؟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لأنه ينظم الحركة ويقلل مخاطر التدافع والسقوط والارتباك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التصرف الصحيح عند الازدحام الشديد؟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الهدوء، عدم الدفع، التحرك مع الاتجاه الآمن، واتباع تعليمات المنظمين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انفصلت عن مجموعتك؟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بمكان آمن، تواصل معهم، أو توجه لنقطة التجمع أو نقطة المساعدة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يتم الاتصال بـ 999؟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خطر مباشر، إصابة خطيرة، أو حالة طارئة تحتاج تدخلًا عاجلًا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H.2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الوعي والهدوء واحترام المسارات يحمي الحاج والمعتمر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تستعجل • التزم بالمسار • راعِ المعرضين • اتصل بـ 999 عند الخطر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"هدوءك والتزامك في الحشود يحميك ويحمي من حولك"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H.2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1565</Words>
  <Application>Microsoft Office PowerPoint</Application>
  <PresentationFormat>شاشة عريضة</PresentationFormat>
  <Paragraphs>398</Paragraphs>
  <Slides>22</Slides>
  <Notes>22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22</vt:i4>
      </vt:variant>
    </vt:vector>
  </HeadingPairs>
  <TitlesOfParts>
    <vt:vector size="26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السلامة أثناء التنقل والحشود</dc:title>
  <dc:subject>PptxGenJS Presentation</dc:subject>
  <dc:creator>هيئة أبوظبي للدفاع المدني</dc:creator>
  <cp:lastModifiedBy>Lenovo</cp:lastModifiedBy>
  <cp:revision>1</cp:revision>
  <dcterms:created xsi:type="dcterms:W3CDTF">2026-05-08T21:44:45Z</dcterms:created>
  <dcterms:modified xsi:type="dcterms:W3CDTF">2026-05-08T22:01:31Z</dcterms:modified>
</cp:coreProperties>
</file>