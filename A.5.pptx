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90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4.png"/><Relationship Id="rId5" Type="http://schemas.openxmlformats.org/officeDocument/2006/relationships/image" Target="../media/image17.pn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22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26.png"/><Relationship Id="rId5" Type="http://schemas.openxmlformats.org/officeDocument/2006/relationships/image" Target="../media/image28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11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0.png"/><Relationship Id="rId5" Type="http://schemas.openxmlformats.org/officeDocument/2006/relationships/image" Target="../media/image36.png"/><Relationship Id="rId10" Type="http://schemas.openxmlformats.org/officeDocument/2006/relationships/image" Target="../media/image39.png"/><Relationship Id="rId4" Type="http://schemas.openxmlformats.org/officeDocument/2006/relationships/image" Target="../media/image2.png"/><Relationship Id="rId9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30.png"/><Relationship Id="rId5" Type="http://schemas.openxmlformats.org/officeDocument/2006/relationships/image" Target="../media/image41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91640"/>
            <a:ext cx="10058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المختبرات المدرسية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التجربة الآمنة تبدأ بالالتزام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"المختبر بيئة للتعلم والاكتشاف، والالتزام بإرشادات السلامة يحمي الجميع"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نتعلم السلامة في المختبرات؟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ومواد تتطلب انتباهًا واتباعًا دقيقًا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الطلبة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والمعلمين من الإصابات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الحروق والجروح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الأدوات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والأجهزة المختبرية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تنفيذ منظم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للتجارب التعليمية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المسؤولية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والانضباط داخل المختبر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التعليمات قبل بدء التجربة أهم من سرعة تنفيذها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دخول المختبر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الصحيح يقلل احتمالية وقوع 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بتوجيهات المعلم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دون إذن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اربط الشعر الطويل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أطعمة أو مشروبات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أغراض غير مرتبطة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مخارج الطوارئ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للوحات التحذير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الانضباط قبل التجربة جزء من سلامة التجربة نفسها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الحماية الشخصية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للحد من مخاطر التعرض للإصابات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النظارات الواقية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العينين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القفازات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المناسبة لكل تجربة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المعطف المختبري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الملابس والجلد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الكمامة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الحاجة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الأحذية المغلقة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القدمين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واقي الوجه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تجارب محددة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الحماية ليست اختيارية عندما يطلبها المعلم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الآمن مع المواد الكيميائية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تتطلب الحذر والإشراف الدائم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دون إذن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تشم المواد مباشرة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تتذوق أي مادة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عشوائيًا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ملصقات التحذير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الكمية المحددة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الوجه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الانسكاب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أي مادة كيميائية إلا بالطريقة التي يشرحها المعلم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الأدوات الزجاجية والحادة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تسبب إصابات إذا استُخدمت بطريقة غير آمنة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قبل الاستخدام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زجاجًا متشققًا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احمل الزجاج بحذر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الحادة في أماكنها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توجهها للآخرين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كسر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تجمع الزجاج بيدك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الأدوات التالفة يحميك ويحمي زملاءك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الأجهزة ومصادر الحرارة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إلى إشراف دائم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تشغّل دون إذن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المعلم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التمديدات عن السوائل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الساخن مباشرة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أدوات الحمل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القابلة للاشتعال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 بعد الانتهاء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الحرارة والأجهزة الكهربائية تحتاج إلى إشراف دائم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الآمن داخل المختبر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المنظم يقلل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بالهدوء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أو تتحرك بعشوائية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تمزح أثناء التجارب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أدوات غير مخصصة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ترتيب مساحتك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تتنقل بين المجموعات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التعليمات خطوة بخطوة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المختبر ليس مكانًا للمزاح أو التجربة العشوائية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حدوث انسكاب أو كسر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يمنع تفاقم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العمل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موقع الانسكاب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المعلم مباشرة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المادة المنسكبة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تجمع الزجاج بيدك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 الآخرين من الاقتراب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المعلم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السريع أفضل من محاولة معالجة الموقف دون معرفة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السلامة داخل المختبر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تُستخدم إلا بتوجيه من المعلم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طفاية الحريق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بطانية الحريق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دش الطوارئ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غسالة العين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صندوق الإسعافات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الطوارئ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الإرشاد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السلامة وُضعت للاستخدام وقت الحاجة فقط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إصابة؟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بسرعة وهدوء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المعلم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مصدر الخطر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العلاج دون توجيه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الأدوات المسببة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الممرض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في الحالات الطارئة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الفوري يساعد في تقديم المساعدة المناسبة بسرعة</a:t>
            </a:r>
            <a:endParaRPr lang="ar-AE" sz="1200" dirty="0"/>
          </a:p>
        </p:txBody>
      </p:sp>
      <p:sp>
        <p:nvSpPr>
          <p:cNvPr id="36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المختبر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المعلم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معدات الحماية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ملصقات التحذير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ترتيب مساحتك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الانسكابات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مخارج الطوارئ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المختبر دون إذن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المواد عشوائيًا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تشم أو تتذوق المواد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تخلط دون توجيه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أو تمزح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المعدات دون توجيه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انسكبت مادة على طاولة المختبر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الموقع وأبلغ المعلم فورًا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أن أداة زجاجية متشققة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تستخدمها، وأبلغ المعلم أو فني المختبر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زميلك يحاول خلط مواد دون إذن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المشاركة، وأبلغ المعلم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شعرت بتهيج في العين أثناء التجربة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المعلم فورًا واتبع تعليمات غسالة العين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لمس المواد الكيميائية دون إذن؟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استخدامها فقط بتوجيه من المعلم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كسر أداة زجاجية؟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 وأبلغ المعلم، ولا أجمع الزجاج بيدي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إدخال الطعام أو الشراب للمختبر؟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حفاظًا على السلامة والنظافة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نستخدم معدات الحماية الشخصية؟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للحد من التعرض للإصابات أثناء التجارب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لاحظت خطرًا في المختبر؟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 عن الخطر وأبلغ المعلم فورًا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6858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المختبر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دون إذن • اتبع التعليمات • معدات الحماية • لا تخلط المواد • أبلغ عن الخطر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"التجربة الناجحة هي التجربة التي تنتهي بتعلّم آمن"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A.5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1066</Words>
  <Application>Microsoft Office PowerPoint</Application>
  <PresentationFormat>شاشة عريضة</PresentationFormat>
  <Paragraphs>272</Paragraphs>
  <Slides>15</Slides>
  <Notes>15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15</vt:i4>
      </vt:variant>
    </vt:vector>
  </HeadingPairs>
  <TitlesOfParts>
    <vt:vector size="19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في المختبرات المدرسية</dc:title>
  <dc:subject>PptxGenJS Presentation</dc:subject>
  <dc:creator>هيئة أبوظبي للدفاع المدني</dc:creator>
  <cp:lastModifiedBy>Lenovo</cp:lastModifiedBy>
  <cp:revision>1</cp:revision>
  <dcterms:created xsi:type="dcterms:W3CDTF">2026-05-06T11:25:23Z</dcterms:created>
  <dcterms:modified xsi:type="dcterms:W3CDTF">2026-05-06T12:32:22Z</dcterms:modified>
</cp:coreProperties>
</file>