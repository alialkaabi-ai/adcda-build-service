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08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2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4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4.png"/><Relationship Id="rId5" Type="http://schemas.openxmlformats.org/officeDocument/2006/relationships/image" Target="../media/image34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4.png"/><Relationship Id="rId5" Type="http://schemas.openxmlformats.org/officeDocument/2006/relationships/image" Target="../media/image28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حرائق المركبات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على الطريق… وقرار صحيح في اللحظة المناسبة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من حرائق المركبات مسؤولية تبدأ قبل تشغيل المركبة، وتستمر أثناء القيادة، وعند التوقف أو الشحن أو الصيانة"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بحرائق المركبات؟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وقود وزيوت وكهرباء يجعل الحريق ينتشر 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داخل المركبة وخارجها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الانتشار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إلى المركبات والمنشآت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الدخان والحرارة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الفحص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والانتباه لعلامات الخطر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صيانة منتظمة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الأعطال المفاجئة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استجابة سريعة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ظهور أي خطر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التي تتم صيانتها بانتظام تكون أقل عرضة للمخاطر المرتبطة بالحريق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تبدأ حرائق المركبات؟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اجتماع مصدر حرارة + مادة قابلة للاشتعال + إهمال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20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20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4360" y="260604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حرارة المحرك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4360" y="320040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أعطال كهربائية في حجرة المحرك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379476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20272" y="387705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2027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94360" y="379476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تسرب الوقود أو الزيوت أو السوائل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438912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20272" y="447141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20272" y="4471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438912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تعديلات غير مصرّح بها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498348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320272" y="506577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11320272" y="5065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498348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ملامسة الأجزاء الساخنة لمواد قابلة للاشتعال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ليس كل عطل يؤدي إلى حريق، لكن تجاهل العلامات المبكرة قد يزيد احتمالية تطور الخطر</a:t>
            </a:r>
            <a:endParaRPr lang="ar-AE" sz="1200" dirty="0"/>
          </a:p>
        </p:txBody>
      </p:sp>
      <p:sp>
        <p:nvSpPr>
          <p:cNvPr id="32" name="Shape 2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أسباب حرائق المركبات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خمسة أسباب رئيسية يجب الانتباه إليها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767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الأعطال الكهربائية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7675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تلف التمديدات أو إضافات غير آمنة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40283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0861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723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التسربات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1723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وقود أو زيت قرب الحرارة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43316" y="290322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0861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5771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الحرارة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15771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 على خلل يحتاج فحصًا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6235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59486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7675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الحوادث القوية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47675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تلف أنظمة الوقود والكهرباء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21995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40283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59486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1723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صيانة غير معتمدة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531723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قطع أو تعديلات خطرة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8060436" y="4114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8243316" y="4411980"/>
            <a:ext cx="777240" cy="7772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594860"/>
            <a:ext cx="411480" cy="41148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157716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العلامات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9157716" y="46817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روائح أو دخان لا يجب إهمالها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من سبب قد يجتمع ليشكّل خطرًا، لذا الفحص الدوري أساسي</a:t>
            </a:r>
            <a:endParaRPr lang="ar-AE" sz="1200" dirty="0"/>
          </a:p>
        </p:txBody>
      </p:sp>
      <p:sp>
        <p:nvSpPr>
          <p:cNvPr id="42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الخطر التي يجب الانتباه لها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علامة غير طبيعية تستدعي التوقف الآمن والفحص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خروج دخان من المحرك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 أو وقود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مفاجئ في الحرارة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انخفاض سريع للسوائل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تكرار احتراق الفيوزات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تالفة أو مكشوفة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بقع زيت أسفل المركبة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الاحتراق أو الدخان ليست أمرًا عاديًا، توقف بأمان وتصرّف فورًا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الوقائي قبل القيادة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دقيقة واحدة من الفحص قد تمنع خطرًا كبيرًا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تسربات أسفل المركبة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روائح غير طبيعية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المؤشرات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مكشوفة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مواد قابلة للاشتعال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طفاية حريق صالحة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دقيقة واحدة من الفحص قد تمنع خطرًا كبيرًا على الطريق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الصيانة الدورية ودورها في الوقاية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 الدفاع الأساسي ضد حرائق المركبات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المحرك والتبريد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البطارية والكهرباء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نظام الوقود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فحص الزيوت والسوائل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إحكام الأغطية والوصلات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تؤجل أي عطل ظاهر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الصيانة لدى فنيين مختصين فقط، وتجنب التعديلات غير المعتمدة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مخاطر التعديلات غير المصرّح بها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إضافات بسيطة قد تكون سببًا مباشرًا في الحريق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8575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0403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إضاءات بطريقة غير آمنة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8575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0403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تعديل التمديدات دون مختص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8575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0403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وصلات غير معتمدة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" y="393192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30936" y="41833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43662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53896" y="3931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عالية الاستهلاك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42816" y="393192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25696" y="41833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36626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48656" y="3931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تعديلات ميكانيكية خطرة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37576" y="393192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20456" y="418338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3336" y="436626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43416" y="39319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قطع غيار غير أصلية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تعديل على المركبة يجب أن يكون عبر جهة مختصة ووفق المتطلبات الفنية المعتمدة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طفاية الحريق داخل المركبة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التعامل مع الحريق الصغير في بدايته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1B873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92608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9855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9855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92608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طفاية حريق معتمدة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447288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50672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5067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447288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احفظها في مكان واضح وسهل الوصول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968496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402793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40279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968496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صلاحيتها بشكل دوري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489704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5491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5491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489704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طريقة استخدامها مسبقًا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5010912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507034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50703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5010912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تتعامل مع حريق كبير بنفسك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السلامة: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دائمًا لإخلاء الأشخاص والاتصال بالطوارئ، وليس إنقاذ المركبة</a:t>
            </a:r>
            <a:endParaRPr lang="ar-AE" sz="1200" dirty="0"/>
          </a:p>
        </p:txBody>
      </p:sp>
      <p:sp>
        <p:nvSpPr>
          <p:cNvPr id="36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نقل الوقود والمواد القابلة للاشتعال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ليست مكانًا مناسبًا للتخزين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نقل الوقود إلا للضرورة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عبوات معتمدة ومغلقة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توضع داخل مقصورة الركاب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تهوية مناسبة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المواد لفترات طويلة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أشعة الشمس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أبخرة الوقود قابلة للاشتعال حتى دون لهب مباشر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التوقف والاصطفاف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التوقف عامل مؤثر في الوقاية من الحرائق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الأعشاب الجافة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 المركبة في مكان مغلق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للروائح بعد التوقف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القداحات أو العبوات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المحرك قبل المغادرة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موقعًا آمنًا للاصطفاف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اختيار مكان آمن للتوقف يقلل احتمالية ملامسة الأجزاء الساخنة لمواد قابلة للاشتعال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المركبات الكهربائية والشحن الآمن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أنظمة وبطاريات عالية الجهد تحتاج التزامًا خاصًا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الشاحن المعتمد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الكابل قبل الاستخدام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كابلات تالفة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أسلاك تمديد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تركيب الشاحن بفني مؤهل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الشاحن عن الماء والحرارة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المعدات عن الأطفال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تحذير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كابلات الجهد العالي، ولا تحاول صيانة بطارية المركبة الكهربائية بنفسك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لاحظت دخانًا أثناء القيادة؟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تصرّف بهدوء وبسرعة لحماية الأرواح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 تدريجيًا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الإشارات التحذيرية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بعيدًا عن حركة المرور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المحرك فورًا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 جميع الركاب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المركبة لمسافة آمنة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وحدد موقعك بوضوح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إلى المركبة لإحضار أي غرض بعد الإخلاء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نشوب حريق في المركبة؟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حماية الأرواح والابتعاد عن مصدر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سريعة عند الحريق: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واتصل بـ 999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39496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40664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المحرك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41832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64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بأمان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غطاء المحرك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حريق منتشر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الطفاية للحريق الصغير فقط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موقع آمن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فتح غطاء المحرك مع وجود دخان أو لهب — قد يؤدي ذلك إلى زيادة الخطر</a:t>
            </a:r>
            <a:endParaRPr lang="ar-AE" sz="1200" dirty="0"/>
          </a:p>
        </p:txBody>
      </p:sp>
      <p:sp>
        <p:nvSpPr>
          <p:cNvPr id="42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الوقاية من حرائق المركبات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المركبة بشكل دوري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عالج التسربات والأعطال فورًا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بطفاية حريق صالحة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بأمان عند الدخان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وابتعد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مؤشرات الحرارة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تجرِ تعديلات غير معتمدة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الوقود في المقصورة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المركبة على عشب جاف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تعُد لمركبة مشتعلة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تواجه حريقًا كبيرًا بنفسك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شممت رائحة احتراق وظهر دخان من المحرك أثناء القيادة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بأمان، أوقف المحرك، أخلِ الركاب، ابتعد، واتصل بـ 999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بقعة زيت أسفل المركبة قبل التحرك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التسرب، ولا تستخدم المركبة قبل فحصها لدى مختص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راكب يريد العودة للمركبة لأخذ أغراضه بعد الدخان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 من العودة وأبعده، فسلامة الأشخاص أهم من الممتلكات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شاحن المركبة الكهربائية أصبح ساخنًا أو الكابل تالف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فورًا، ولا تشحن، وافحص الشاحن لدى مختص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70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83464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إجراء عند ظهور دخان من المركبة أثناء القيادة؟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971800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بأمان، إيقاف المحرك، إخلاء الركاب، والاتصال بـ 999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41071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57530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63931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56432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الرجوع إلى مركبة مشتعلة لأخذ الأغراض؟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776472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الابتعاد فورًا وعدم الرجوع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4215384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437997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44398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6110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خطورة التسربات داخل المركبة؟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58114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تلامس الحرارة أو الشرر وتؤدي إلى نشوب حريق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502005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518464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248656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5065776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يُنصح باستخدام أسلاك التمديد مع شاحن المركبة الكهربائية؟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5385816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استخدم معدات الشحن المعتمدة فقط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حرائق المركبات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• صيانة معتمدة • انتبه للعلامات • أخلِ وابتعد • عند الطوارئ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"سلامتك تبدأ من مركبة آمنة، وقرار صحيح في اللحظة المناسبة"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D.1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1450</Words>
  <Application>Microsoft Office PowerPoint</Application>
  <PresentationFormat>شاشة عريضة</PresentationFormat>
  <Paragraphs>319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الوقاية من حرائق المركبات</dc:title>
  <dc:subject>PptxGenJS Presentation</dc:subject>
  <dc:creator>هيئة أبوظبي للدفاع المدني</dc:creator>
  <cp:lastModifiedBy>Lenovo</cp:lastModifiedBy>
  <cp:revision>1</cp:revision>
  <dcterms:created xsi:type="dcterms:W3CDTF">2026-05-07T00:46:13Z</dcterms:created>
  <dcterms:modified xsi:type="dcterms:W3CDTF">2026-05-07T13:28:53Z</dcterms:modified>
</cp:coreProperties>
</file>