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4" d="100"/>
          <a:sy n="44" d="100"/>
        </p:scale>
        <p:origin x="86" y="3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47528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0.png"/><Relationship Id="rId5" Type="http://schemas.openxmlformats.org/officeDocument/2006/relationships/image" Target="../media/image16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20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17.png"/><Relationship Id="rId5" Type="http://schemas.openxmlformats.org/officeDocument/2006/relationships/image" Target="../media/image35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17.png"/><Relationship Id="rId5" Type="http://schemas.openxmlformats.org/officeDocument/2006/relationships/image" Target="../media/image37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3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1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.png"/><Relationship Id="rId5" Type="http://schemas.openxmlformats.org/officeDocument/2006/relationships/image" Target="../media/image35.png"/><Relationship Id="rId10" Type="http://schemas.openxmlformats.org/officeDocument/2006/relationships/image" Target="../media/image45.png"/><Relationship Id="rId4" Type="http://schemas.openxmlformats.org/officeDocument/2006/relationships/image" Target="../media/image2.png"/><Relationship Id="rId9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23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6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الأبراج السكنية والشقق</a:t>
            </a:r>
            <a:endParaRPr lang="en-US" sz="36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سكن آمن… والتزام بإجراءات السلامة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"السلامة في الأبراج السكنية مسؤولية مشتركة بين السكان وإدارة المبنى، وتبدأ بالالتزام بالتعليمات وعدم إهمال مؤشرات الخطر"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نهتم بالسلامة في الأبراج السكنية؟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الأبراج تضم عددًا كبيرًا من السكان ومرافق مشتركة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السكان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والزوار في المبنى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المخاطر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الحرائق والدخان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حدوث الطوارئ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المخارج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والممرات من الحجب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فرق الطوارئ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وإدارة المبنى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الأكثر احتياجًا للدعم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ساكن له دور في جعل المبنى أكثر أمنًا وسلامة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أبرز المخاطر في الأبراج والشقق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المخاطر الصغيرة قد تؤثر على سلامة المبنى بالكامل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حرائق الطبخ داخل الشقق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تحميل المقابس فوق طاقتها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تمديدات كهربائية تالفة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حجب مخارج الطوارئ والممرات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في الممرات والسلالم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المصاعد أثناء الحريق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ترك الأطفال في الشرفات دون رقابة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تخزين مواد قابلة للاشتعال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المخاطر الصغيرة داخل الشقة قد تؤثر على سلامة المبنى بالكامل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الوقاية من الحرائق داخل الشقة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تبدأ الوقاية من السلوك اليومي خصوصًا في المطبخ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الطبخ دون مراقبة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المواد القابلة عن الحرارة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الماء على زيت الطبخ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افصل الأجهزة غير المستخدمة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الشموع دون متابعة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خزّن المواد القابلة بأمان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دخان أو رائحة احتراق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حريق بسيط داخل شقة قد ينتشر تأثيره إلى طوابق ومرافق أخرى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الكهربائية داخل الشقة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الاستخدام غير الآمن للكهرباء من أبرز مسببات الحرائق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تحمّل المقابس فوق طاقتها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تمديدات معتمدة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الشواحن التالفة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تمرر التمديدات تحت السجاد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الأجهزة عن الماء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تلمسها بيد مبللة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اطلب الفحص من مختص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رائحة الاحتراق أو السخونة غير الطبيعية في الأجهزة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أجهزة إنذار الدخان داخل الشقة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التنبيه المبكر عند وجود دخان أو بداية 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83464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89407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8940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83464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وجود أجهزة إنذار تعمل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33756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3969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3969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33756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اختبرها دوريًا حسب التعليمات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84048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8999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8999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84048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تغطّي الجهاز أو تعطّل عمله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34340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44028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44028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34340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تزل البطارية دون سبب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84632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9057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9057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84632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المختص عند وجود خلل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5349240"/>
            <a:ext cx="6858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540867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54086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5349240"/>
            <a:ext cx="6199632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على صوت الإنذار ومعناه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جهاز إنذار لا يعمل لا يحقق الغرض من وجوده</a:t>
            </a:r>
            <a:endParaRPr lang="ar-AE" sz="1200" dirty="0"/>
          </a:p>
        </p:txBody>
      </p:sp>
      <p:sp>
        <p:nvSpPr>
          <p:cNvPr id="40" name="Shape 3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الطوارئ والممرات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المخارج وُضعت لتسهيل الخروج الآمن، وتبقى خالية دائمًا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الأثاث في الممرات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المخارج للتخزين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تغلق أبواب الطوارئ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على أقرب مخرج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مسارًا بديلًا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عائق أو مخرج محجوب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وضوح اللوحات الإرشادية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الممر المحجوب قد يعرقل إخلاء السكان وقت الطوارئ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المصاعد والسلالم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السلالم وسيلة الخروج الآمنة وقت الحريق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السلالم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554212" y="3246120"/>
            <a:ext cx="777240" cy="777240"/>
          </a:xfrm>
          <a:prstGeom prst="ellipse">
            <a:avLst/>
          </a:prstGeom>
          <a:solidFill>
            <a:srgbClr val="D1FAE5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340156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28232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استخدمها أثناء الإخلاء •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28232" y="44988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انزل بهدوء دون تدافع •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428232" y="4837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امسك الدرابزين عند الحاجة •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428232" y="51755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مساحة لفرق الطوارئ •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57200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21" name="Text 16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المصاعد  ✕</a:t>
            </a:r>
            <a:endParaRPr lang="en-US" sz="1800" dirty="0"/>
          </a:p>
        </p:txBody>
      </p:sp>
      <p:sp>
        <p:nvSpPr>
          <p:cNvPr id="22" name="Shape 17"/>
          <p:cNvSpPr/>
          <p:nvPr/>
        </p:nvSpPr>
        <p:spPr>
          <a:xfrm>
            <a:off x="2857500" y="3246120"/>
            <a:ext cx="777240" cy="777240"/>
          </a:xfrm>
          <a:prstGeom prst="ellipse">
            <a:avLst/>
          </a:prstGeom>
          <a:solidFill>
            <a:srgbClr val="FEE2E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7520" y="3401568"/>
            <a:ext cx="457200" cy="45720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31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تستخدمه أثناء الحريق •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31520" y="44988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يستخدمونه منفردين •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731520" y="4837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التعطل اضغط زر الطوارئ •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731520" y="51755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تحاول فتح الباب بالقوة •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المصعد قد يتعطل أو يتوقف في طابق متأثر بالدخان أو الحريق</a:t>
            </a:r>
            <a:endParaRPr lang="ar-AE" sz="1200" dirty="0"/>
          </a:p>
        </p:txBody>
      </p:sp>
      <p:sp>
        <p:nvSpPr>
          <p:cNvPr id="30" name="Shape 2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عند سماع إنذار الحريق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بجدية واتبع التعليمات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أي نشاط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للتعليمات الصوتية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الأغراض الشخصية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أقرب مسار آمن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إلا بسماح رسمي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رؤية الدخان أو اللهب حتى تبدأ بالتصرف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كان هناك دخان في الممر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قد يكون أخطر من اللهب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FEF2F2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DC2626"/>
          </a:solidFill>
          <a:ln w="38100">
            <a:solidFill>
              <a:srgbClr val="FFFFFF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0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ممرًا مليئًا بالدخان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4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خلفه دخان أو حرارة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18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الباب بإحكام إذا الدخان خارج الشقة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2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في موقع آمن داخل الشقة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6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وحدد موقعك بدقة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0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موظف الطوارئ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4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تنزل عبر مسار مليء بالدخان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قد يكون أخطر من اللهب، والخروج يجب أن يكون من مسار آمن فقط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الشرفات والنوافذ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احتياطات خاصة لحماية الأطفال ومنع سقوط الأغراض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الأطفال دون رقابة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الكراسي قرب الحافة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بالتسلق على النوافذ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ترمِ أغراضًا من النافذة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تأكد من ثبات الأغراض الخارجية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تخزّن مواد قابلة للاشتعال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تلف الحواجز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الشرفة مساحة للاستخدام الآمن وليست مكانًا للتخزين أو لعب الأطفال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المرافق المشتركة في الأبراج السكنية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المرافق يستخدمها الجميع، والمحافظة عليها مسؤولية الجميع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التزم بتعليمات الإدارة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بمعدات السلامة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غرف الخدمات دون تصريح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نظافة المرافق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في المسابح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مسارات المركبات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 أو تلف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المرافق المشتركة يستخدمها الجميع، والمحافظة عليها مسؤولية الجميع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الفئات الأكثر عرضة للمخاطر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السكان يحتاجون إلى دعم إضافي أثناء الإخلاء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وفضول يحتاج إلى رقابة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محدودة وحاجة للمساعدة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ترتيبات إخلاء خاصة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المرضى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ومعدات طبية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النساء الحوامل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الإجهاد والاستعجال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ملمّين بالمبنى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السلامة الجيدة تراعي احتياجات جميع أفراد الأسرة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حدوث طارئ؟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المعلومة الدقيقة تساعد فرق الطوارئ على الوصول بسرعة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معلومات يجب تحديدها للطوارئ: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"اسم المبنى • رقم الطابق • رقم الشقة • نوع الخطر • الموقع التفصيلي"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مصدر الخطر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إدارة المبنى أو الأمن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999 عند الخطر المباشر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إدارة المبنى والجهات المختصة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الأبراج السكنية والشقق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3284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خلو الممرات والمخارج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أجهزة الإنذار داخل الشقة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4256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343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الكهرباء بطريقة آمنة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8920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راقب الأطفال في الشرفات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5229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440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تعرّف على مخارج الطوارئ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6071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989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خطر فورًا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623560" y="33284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5623560" y="33284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40080" y="32461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 أثناء الحريق</a:t>
            </a:r>
            <a:endParaRPr lang="en-US" sz="1300" dirty="0"/>
          </a:p>
        </p:txBody>
      </p:sp>
      <p:sp>
        <p:nvSpPr>
          <p:cNvPr id="37" name="Shape 33"/>
          <p:cNvSpPr/>
          <p:nvPr/>
        </p:nvSpPr>
        <p:spPr>
          <a:xfrm>
            <a:off x="5623560" y="387705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7947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مخارج الطوارئ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442569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4425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434340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تخزّن مواد قابلة في الشرفات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97433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974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8920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تعبث بمعدات السلامة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552297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5522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54406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رائحة الدخان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6071616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6071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9893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للمبنى إلا بسماح رسمي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3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4" name="Shape 4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6" name="Shape 5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5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8" name="Shape 5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0" name="Shape 5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سمعت إنذار الحريق داخل البرج السكني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الهدوء، اتبع تعليمات الإخلاء، ولا تستخدم المصعد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دخانًا كثيفًا في الممر خارج الشقة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الممر، أغلق الباب، واتصل بـ 999 وحدد موقعك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رأيت صناديق تحجب مخرج الطوارئ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إدارة المبنى فورًا لإزالة العائق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يضع كرسيًا قرب حافة الشرفة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الكرسي فورًا وراقب الطفل ولا تتركه في الشرفة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المصعد أثناء إنذار الحريق؟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استخدام السلالم المخصصة للطوارئ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إبقاء الممرات خالية من العوائق؟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لتسهيل الإخلاء وحركة السكان وفرق الطوارئ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كان الممر مليئًا بالدخان؟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أدخل الممر، وأغلق الباب، وأتصل بـ 999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تخزين مواد قابلة للاشتعال في الشرفة؟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لأن ذلك يزيد خطر الحريق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 إجراء عند حدوث طارئ؟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الهدوء، الابتعاد عن الخطر، الإبلاغ، واتباع التعليمات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في الأبراج السكنية والشقق مسؤولية الجميع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مخارج خالية • لا للمصاعد وقت الحريق • أجهزة إنذار • راقب الأطفال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"سكن آمن يبدأ من وعي السكان والتزامهم بإجراءات السلامة"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C.10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1507</Words>
  <Application>Microsoft Office PowerPoint</Application>
  <PresentationFormat>شاشة عريضة</PresentationFormat>
  <Paragraphs>343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السلامة في الأبراج السكنية والشقق</dc:title>
  <dc:subject>PptxGenJS Presentation</dc:subject>
  <dc:creator>هيئة أبوظبي للدفاع المدني</dc:creator>
  <cp:lastModifiedBy>Lenovo</cp:lastModifiedBy>
  <cp:revision>1</cp:revision>
  <dcterms:created xsi:type="dcterms:W3CDTF">2026-05-06T23:41:56Z</dcterms:created>
  <dcterms:modified xsi:type="dcterms:W3CDTF">2026-05-06T23:44:58Z</dcterms:modified>
</cp:coreProperties>
</file>