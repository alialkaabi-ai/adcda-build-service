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4" d="100"/>
          <a:sy n="44" d="100"/>
        </p:scale>
        <p:origin x="86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752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0.png"/><Relationship Id="rId5" Type="http://schemas.openxmlformats.org/officeDocument/2006/relationships/image" Target="../media/image16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17.png"/><Relationship Id="rId5" Type="http://schemas.openxmlformats.org/officeDocument/2006/relationships/image" Target="../media/image35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17.png"/><Relationship Id="rId5" Type="http://schemas.openxmlformats.org/officeDocument/2006/relationships/image" Target="../media/image37.png"/><Relationship Id="rId10" Type="http://schemas.openxmlformats.org/officeDocument/2006/relationships/image" Target="../media/image40.png"/><Relationship Id="rId4" Type="http://schemas.openxmlformats.org/officeDocument/2006/relationships/image" Target="../media/image2.png"/><Relationship Id="rId9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.png"/><Relationship Id="rId5" Type="http://schemas.openxmlformats.org/officeDocument/2006/relationships/image" Target="../media/image35.png"/><Relationship Id="rId10" Type="http://schemas.openxmlformats.org/officeDocument/2006/relationships/image" Target="../media/image45.png"/><Relationship Id="rId4" Type="http://schemas.openxmlformats.org/officeDocument/2006/relationships/image" Target="../media/image2.png"/><Relationship Id="rId9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6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الأبراج السكنية والشقق</a:t>
            </a:r>
            <a:endParaRPr lang="en-US" sz="36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سكن آمن… والتزام بإجراءات السلامة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"السلامة في الأبراج السكنية مسؤولية مشتركة بين السكان وإدارة المبنى، وتبدأ بالالتزام بالتعليمات وعدم إهمال مؤشرات الخطر"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C.10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بالسلامة في الأبراج السكنية؟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الأبراج تضم عددًا كبيرًا من السكان ومرافق مشتركة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السكان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والزوار في المبنى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المخاطر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الحرائق والدخان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حدوث الطوارئ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المخارج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والممرات من الحجب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دعم فرق الطوارئ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وإدارة المبنى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الفئات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الأكثر احتياجًا للدعم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ساكن له دور في جعل المبنى أكثر أمنًا وسلامة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C.10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أبرز المخاطر في الأبراج والشقق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المخاطر الصغيرة قد تؤثر على سلامة المبنى بالكامل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حرائق الطبخ داخل الشقق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تحميل المقابس فوق طاقتها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تمديدات كهربائية تالفة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حجب مخارج الطوارئ والممرات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الدخان في الممرات والسلالم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المصاعد أثناء الحريق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ترك الأطفال في الشرفات دون رقابة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تخزين مواد قابلة للاشتعال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المخاطر الصغيرة داخل الشقة قد تؤثر على سلامة المبنى بالكامل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C.10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الحرائق داخل الشقة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تبدأ الوقاية من السلوك اليومي خصوصًا في المطبخ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الطبخ دون مراقبة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المواد القابلة عن الحرارة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الماء على زيت الطبخ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الأجهزة غير المستخدمة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الشموع دون متابعة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خزّن المواد القابلة بأمان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دخان أو رائحة احتراق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حريق بسيط داخل شقة قد ينتشر تأثيره إلى طوابق ومرافق أخرى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C.10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الكهربائية داخل الشقة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الاستخدام غير الآمن للكهرباء من أبرز مسببات الحرائق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تحمّل المقابس فوق طاقتها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تمديدات معتمدة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الشواحن التالفة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تمرر التمديدات تحت السجاد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الأجهزة عن الماء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تلمسها بيد مبللة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الفحص من مختص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رائحة الاحتراق أو السخونة غير الطبيعية في الأجهزة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C.10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إنذار الدخان داخل الشقة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التنبيه المبكر عند وجود دخان أو بداية حريق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1B873F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834640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89407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8940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834640"/>
            <a:ext cx="6199632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وجود أجهزة إنذار تعمل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337560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39699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3969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337560"/>
            <a:ext cx="6199632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اختبرها دوريًا حسب التعليمات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840480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89991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8999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840480"/>
            <a:ext cx="6199632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تغطّي الجهاز أو تعطّل عمله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4343400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44028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44028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4343400"/>
            <a:ext cx="6199632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تزل البطارية دون سبب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846320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90575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9057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846320"/>
            <a:ext cx="6199632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المختص عند وجود خلل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5349240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540867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54086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5349240"/>
            <a:ext cx="6199632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تعرّف على صوت الإنذار ومعناه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جهاز إنذار لا يعمل لا يحقق الغرض من وجوده</a:t>
            </a:r>
            <a:endParaRPr lang="ar-AE" sz="1200" dirty="0"/>
          </a:p>
        </p:txBody>
      </p:sp>
      <p:sp>
        <p:nvSpPr>
          <p:cNvPr id="40" name="Shape 3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C.10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مخارج الطوارئ والممرات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المخارج وُضعت لتسهيل الخروج الآمن، وتبقى خالية دائمًا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الأثاث في الممرات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المخارج للتخزين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تغلق أبواب الطوارئ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تعرّف على أقرب مخرج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مسارًا بديلًا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عائق أو مخرج محجوب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وضوح اللوحات الإرشادية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الممر المحجوب قد يعرقل إخلاء السكان وقت الطوارئ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C.10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المصاعد والسلالم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السلالم وسيلة الخروج الآمنة وقت الحريق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السلالم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8554212" y="3246120"/>
            <a:ext cx="777240" cy="77724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4232" y="340156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28232" y="4160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استخدمها أثناء الإخلاء •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428232" y="449884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انزل بهدوء دون تدافع •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428232" y="483717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امسك الدرابزين عند الحاجة •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28232" y="517550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مساحة لفرق الطوارئ •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2606040"/>
            <a:ext cx="55778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1" name="Text 16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المصاعد  ✕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2857500" y="3246120"/>
            <a:ext cx="777240" cy="7772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0" y="3401568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1520" y="4160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تستخدمه أثناء الحريق •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731520" y="449884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الأطفال يستخدمونه منفردين •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31520" y="483717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التعطل اضغط زر الطوارئ •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31520" y="517550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تحاول فتح الباب بالقوة •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المصعد قد يتعطل أو يتوقف في طابق متأثر بالدخان أو الحريق</a:t>
            </a:r>
            <a:endParaRPr lang="ar-AE" sz="1200" dirty="0"/>
          </a:p>
        </p:txBody>
      </p:sp>
      <p:sp>
        <p:nvSpPr>
          <p:cNvPr id="30" name="Shape 2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C.10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عند سماع إنذار الحريق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تعامل بجدية واتبع التعليمات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عن أي نشاط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استمع للتعليمات الصوتية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الأغراض الشخصية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أقرب مسار آمن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المصعد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إلى نقطة التجمع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تعُد إلا بسماح رسمي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تنتظر رؤية الدخان أو اللهب حتى تبدأ بالتصرف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C.10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كان هناك دخان في الممر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الدخان قد يكون أخطر من اللهب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ممرًا مليئًا بالدخان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تفتح بابًا خلفه دخان أو حرارة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أغلق الباب بإحكام إذا الدخان خارج الشقة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ابقَ في موقع آمن داخل الشقة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وحدد موقعك بدقة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موظف الطوارئ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تنزل عبر مسار مليء بالدخان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الدخان قد يكون أخطر من اللهب، والخروج يجب أن يكون من مسار آمن فقط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C.10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الشرفات والنوافذ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احتياطات خاصة لحماية الأطفال ومنع سقوط الأغراض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الأطفال دون رقابة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الكراسي قرب الحافة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تسمح بالتسلق على النوافذ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ترمِ أغراضًا من النافذة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ثبات الأغراض الخارجية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تخزّن مواد قابلة للاشتعال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تلف الحواجز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الشرفة مساحة للاستخدام الآمن وليست مكانًا للتخزين أو لعب الأطفال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C.10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المرافق المشتركة في الأبراج السكنية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المرافق يستخدمها الجميع، والمحافظة عليها مسؤولية الجميع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بتعليمات الإدارة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تعبث بمعدات السلامة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غرف الخدمات دون تصريح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نظافة المرافق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الأطفال في المسابح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تحجب مسارات المركبات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خطر أو تلف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المرافق المشتركة يستخدمها الجميع، والمحافظة عليها مسؤولية الجميع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C.10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الفئات الأكثر عرضة للمخاطر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بعض السكان يحتاجون إلى دعم إضافي أثناء الإخلاء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0861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7675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47675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حركة وفضول يحتاج إلى رقابة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40283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0861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1723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كبار السن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31723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حركة محدودة وحاجة للمساعدة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24331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08610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5771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أصحاب الهمم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915771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ترتيبات إخلاء خاصة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37947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56235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594860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47675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المرضى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147675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أدوية ومعدات طبية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421995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440283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594860"/>
            <a:ext cx="411480" cy="4114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31723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النساء الحوامل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531723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الإجهاد والاستعجال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806043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824331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594860"/>
            <a:ext cx="411480" cy="41148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15771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الزوار</a:t>
            </a:r>
            <a:endParaRPr lang="en-US" sz="1400" dirty="0"/>
          </a:p>
        </p:txBody>
      </p:sp>
      <p:sp>
        <p:nvSpPr>
          <p:cNvPr id="39" name="Text 29"/>
          <p:cNvSpPr/>
          <p:nvPr/>
        </p:nvSpPr>
        <p:spPr>
          <a:xfrm>
            <a:off x="915771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غير ملمّين بالمبنى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خطة السلامة الجيدة تراعي احتياجات جميع أفراد الأسرة</a:t>
            </a:r>
            <a:endParaRPr lang="ar-AE" sz="1200" dirty="0"/>
          </a:p>
        </p:txBody>
      </p:sp>
      <p:sp>
        <p:nvSpPr>
          <p:cNvPr id="42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C.10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حدوث طارئ؟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المعلومة الدقيقة تساعد فرق الطوارئ على الوصول بسرعة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05840" y="2606040"/>
            <a:ext cx="1828800" cy="18288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Shape 7"/>
          <p:cNvSpPr/>
          <p:nvPr/>
        </p:nvSpPr>
        <p:spPr>
          <a:xfrm>
            <a:off x="1170432" y="2770632"/>
            <a:ext cx="1499616" cy="14996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100584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999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100584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EMERGENCY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0" y="2788920"/>
            <a:ext cx="8549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762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38328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معلومات يجب تحديدها للطوارئ: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83280" y="3200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"اسم المبنى • رقم الطابق • رقم الشقة • نوع الخطر • الموقع التفصيلي"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6235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4523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82346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6819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335127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53415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036" y="482346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35711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مصدر الخطر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14019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32307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482346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4603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إدارة المبنى أو الأمن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92911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11199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876" y="482346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93495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999 عند الخطر المباشر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إدارة المبنى والجهات المختصة</a:t>
            </a:r>
            <a:endParaRPr lang="ar-AE" sz="1200" dirty="0"/>
          </a:p>
        </p:txBody>
      </p:sp>
      <p:sp>
        <p:nvSpPr>
          <p:cNvPr id="35" name="Shape 27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6" descr="/home/claude/assets/social_ico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C.10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الأبراج السكنية والشقق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32841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خلو الممرات والمخارج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87705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947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أجهزة الإنذار داخل الشقة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4256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425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343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الكهرباء بطريقة آمنة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97433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974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8920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الأطفال في الشرفات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52297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522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4406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تعرّف على مخارج الطوارئ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607161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6071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9893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خطر فورًا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3" name="Text 29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5623560" y="332841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623560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40080" y="32461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المصعد أثناء الحريق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5623560" y="387705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7947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تحجب مخارج الطوارئ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44256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4425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4343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تخزّن مواد قابلة في الشرفات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97433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974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8920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تعبث بمعدات السلامة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552297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5522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54406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رائحة الدخان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607161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6071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9893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تعُد للمبنى إلا بسماح رسمي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3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4" name="Shape 4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0" name="Shape 5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C.10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سمعت إنذار الحريق داخل البرج السكني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الهدوء، اتبع تعليمات الإخلاء، ولا تستخدم المصعد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لاحظت دخانًا كثيفًا في الممر خارج الشقة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الممر، أغلق الباب، واتصل بـ 999 وحدد موقعك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رأيت صناديق تحجب مخرج الطوارئ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إدارة المبنى فورًا لإزالة العائق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طفل يضع كرسيًا قرب حافة الشرفة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الكرسي فورًا وراقب الطفل ولا تتركه في الشرفة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C.10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استخدام المصعد أثناء إنذار الحريق؟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يجب استخدام السلالم المخصصة للطوارئ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يجب إبقاء الممرات خالية من العوائق؟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لتسهيل الإخلاء وحركة السكان وفرق الطوارئ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إذا كان الممر مليئًا بالدخان؟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أدخل الممر، وأغلق الباب، وأتصل بـ 999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تخزين مواد قابلة للاشتعال في الشرفة؟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لأن ذلك يزيد خطر الحريق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أهم إجراء عند حدوث طارئ؟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الهدوء، الابتعاد عن الخطر، الإبلاغ، واتباع التعليمات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C.10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الأبراج السكنية والشقق مسؤولية الجميع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مخارج خالية • لا للمصاعد وقت الحريق • أجهزة إنذار • راقب الأطفال • اتصل بـ 999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"سكن آمن يبدأ من وعي السكان والتزامهم بإجراءات السلامة"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C.10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1507</Words>
  <Application>Microsoft Office PowerPoint</Application>
  <PresentationFormat>شاشة عريضة</PresentationFormat>
  <Paragraphs>343</Paragraphs>
  <Slides>18</Slides>
  <Notes>18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18</vt:i4>
      </vt:variant>
    </vt:vector>
  </HeadingPairs>
  <TitlesOfParts>
    <vt:vector size="22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السلامة في الأبراج السكنية والشقق</dc:title>
  <dc:subject>PptxGenJS Presentation</dc:subject>
  <dc:creator>هيئة أبوظبي للدفاع المدني</dc:creator>
  <cp:lastModifiedBy>Lenovo</cp:lastModifiedBy>
  <cp:revision>1</cp:revision>
  <dcterms:created xsi:type="dcterms:W3CDTF">2026-05-06T23:41:56Z</dcterms:created>
  <dcterms:modified xsi:type="dcterms:W3CDTF">2026-05-06T23:44:58Z</dcterms:modified>
</cp:coreProperties>
</file>