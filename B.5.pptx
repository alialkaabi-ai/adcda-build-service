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84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1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1.png"/><Relationship Id="rId5" Type="http://schemas.openxmlformats.org/officeDocument/2006/relationships/image" Target="../media/image10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المدافئ والتدفئة شتاءً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دفء آمن… ووقاية مستمرة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"وسائل التدفئة توفر الدفء، لكن استخدامها غير الآمن قد يسبب حرائق ومخاطر صحية"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التدفئة شتاءً؟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يزداد استخدام المدافئ مع زيادة احتمالية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المنازل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الحروق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الأسطح الساخنة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الاختناق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أكسيد الكربون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وكبار السن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المنزل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والممتلكات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الدفء لا يكون آمنًا إلا عند استخدام وسائل التدفئة بالطريقة الصحيحة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وسائل التدفئة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تتحول لمصدر خطر عند الاستخدام غير الآمن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من القابلة للاشتعال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من الأسطح الساخنة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غير آمنة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18196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0025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541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8254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تشغيلها أثناء النوم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0001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88289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577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0585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داخل المنزل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5803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7632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613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5862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أول أكسيد الكربون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مخاطر التدفئة يمكن الوقاية منها بالانتباه والتهوية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المدافئ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لاستخدام حذر وموقع 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على سطح ثابت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الستائر والأثاث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في الممرات أو المخارج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متابعة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أطفئها قبل النوم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سلكًا تالفًا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الإيقاف التلقائي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المسافة الآمنة حول المدفأة تقلل احتمالية نشوب الحريق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التوصيلات والمقابس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استخدامها غير الآمن قد يؤدي لارتفاع الحرارة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وصلها مباشرة بالمقبس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توصيلات غير معتمدة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المقبس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السلك قبل الاستخدام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تحت السجاد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الرطوبة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افصلها عند عدم الاستخدام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التدفئة تستهلك طاقة عالية، لذلك تحتاج توصيلًا آمنًا ومناسبًا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والشوايات داخل الأماكن المغلقة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كبير على الصحة والسلامة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53912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المخاطر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315200" y="3108960"/>
            <a:ext cx="3246120" cy="0"/>
          </a:xfrm>
          <a:prstGeom prst="line">
            <a:avLst/>
          </a:prstGeom>
          <a:noFill/>
          <a:ln w="9525">
            <a:solidFill>
              <a:srgbClr val="FCA5A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247120" y="3300984"/>
            <a:ext cx="274320" cy="274320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4" y="335584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6792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إنتاج أول أكسيد الكربون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1247120" y="3749040"/>
            <a:ext cx="274320" cy="274320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1984" y="3803904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36792" y="36941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الاختناق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1247120" y="4197096"/>
            <a:ext cx="274320" cy="274320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1984" y="4251960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36792" y="41422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احتمال نشوب حرائق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11247120" y="4645152"/>
            <a:ext cx="274320" cy="274320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01984" y="4700016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36792" y="45902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اكتشاف الخطر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11247120" y="5093208"/>
            <a:ext cx="274320" cy="274320"/>
          </a:xfrm>
          <a:prstGeom prst="ellipse">
            <a:avLst/>
          </a:prstGeom>
          <a:solidFill>
            <a:srgbClr val="991B1B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1984" y="5148072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336792" y="5038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الأطفال بسرعة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457200" y="260604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D1FAE5"/>
          </a:solidFill>
          <a:ln w="9525">
            <a:solidFill>
              <a:srgbClr val="1B873F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5720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التعليمات</a:t>
            </a:r>
            <a:endParaRPr lang="en-US" sz="1600" dirty="0"/>
          </a:p>
        </p:txBody>
      </p:sp>
      <p:sp>
        <p:nvSpPr>
          <p:cNvPr id="30" name="Shape 21"/>
          <p:cNvSpPr/>
          <p:nvPr/>
        </p:nvSpPr>
        <p:spPr>
          <a:xfrm>
            <a:off x="1645920" y="3108960"/>
            <a:ext cx="3246120" cy="0"/>
          </a:xfrm>
          <a:prstGeom prst="line">
            <a:avLst/>
          </a:prstGeom>
          <a:noFill/>
          <a:ln w="9525">
            <a:solidFill>
              <a:srgbClr val="1B873F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5577840" y="3337560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32" name="Text 23"/>
          <p:cNvSpPr/>
          <p:nvPr/>
        </p:nvSpPr>
        <p:spPr>
          <a:xfrm>
            <a:off x="55778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4008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الفحم للتدفئة داخل المنزل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5577840" y="3840480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35" name="Text 26"/>
          <p:cNvSpPr/>
          <p:nvPr/>
        </p:nvSpPr>
        <p:spPr>
          <a:xfrm>
            <a:off x="55778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400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شوايات داخل الغرف أو الخيام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5577840" y="4343400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38" name="Text 29"/>
          <p:cNvSpPr/>
          <p:nvPr/>
        </p:nvSpPr>
        <p:spPr>
          <a:xfrm>
            <a:off x="557784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64008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وقود في تهوية ضعيفة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5577840" y="4846320"/>
            <a:ext cx="274320" cy="274320"/>
          </a:xfrm>
          <a:prstGeom prst="ellipse">
            <a:avLst/>
          </a:prstGeom>
          <a:solidFill>
            <a:srgbClr val="1B873F"/>
          </a:solidFill>
          <a:ln/>
        </p:spPr>
      </p:sp>
      <p:sp>
        <p:nvSpPr>
          <p:cNvPr id="41" name="Text 32"/>
          <p:cNvSpPr/>
          <p:nvPr/>
        </p:nvSpPr>
        <p:spPr>
          <a:xfrm>
            <a:off x="557784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4008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وسائل التدفئة الداخلية فقط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أكسيد الكربون يُعرف بالخطر الصامت لأنه لا لون له ولا رائحة</a:t>
            </a:r>
            <a:endParaRPr lang="ar-AE" sz="1200" dirty="0"/>
          </a:p>
        </p:txBody>
      </p:sp>
      <p:sp>
        <p:nvSpPr>
          <p:cNvPr id="45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6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وأجهزة إنذار 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تقليل خطر التسمم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المكان جيدًا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فتحات التهوية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الإنذار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اختبرها دوريًا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صوت الإنذار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لمكان جيد التهوية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والإنذار المبكر قد يمنعان حالة تسمم خطيرة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وكبار السن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عرضة للإصابات أو التأثر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المدافئ عن 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وحدهم قربها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حواجز أمان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أغطية قرب المدفأة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كبار السن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تضعها قرب النوم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عدم لمسها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المستمرة تحمي الفئات الأكثر عرضة للمخاطر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 أثناء استخدام التدفئة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التصرف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في السلك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طبيعي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 غير مستقر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تغير لون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أو دوخة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إنذار أول أكسيد الكربون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بأمان، ابتعد، وأبلغ المسؤول أو المختصين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طارئ؟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حريق أو تسمم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مصدر الخطر بأمان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أفراد الأسرة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التهوية إن أمكن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لمكان آمن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قبل زوال الخطر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الأرواح أولًا، ولا تخاطر بمحاولة التعامل مع خطر خارج السيطرة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سلامة التدفئة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وسائل معتمدة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على سطح ثابت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أطفئها قبل النوم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إنذار الأكسيد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تهوية مناسبة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فحم داخل المنزل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قرب الستائر والأغطية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متابعة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توصيلات غير آمنة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المقبس بأجهزة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رائحة الاحتراق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 في قابس المدفأة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المدفأة بأمان، افصلها، واطلب فحصها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يريد فحم داخل غرفة مغلقة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تسمح، الفحم في المغلق يسبب التسمم بأول أكسيد الكربون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أول أكسيد الكربون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انتقل لمكان جيد التهوية أو خارج المنزل، واتصل بالطوارئ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المدفأة قرب ستارة أو غطاء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المدفأة لموقع آمن من القابلة للاشتعال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المدفأة تعمل أثناء النوم؟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إطفاؤها وفصلها قبل النوم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يمكن استخدام الفحم للتدفئة داخل المنزل؟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ينتج أول أكسيد الكربون ويسبب الاختناق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رائحة احتراق من المدفأة؟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الاستخدام بأمان، ابتعد، وأبلغ المختص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نبعد المدفأة عن الستائر؟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مواد قابلة للاشتعال وقد تسبب حريقًا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فائدة جهاز إنذار أول أكسيد الكربون؟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ينبه مبكرًا عند الغاز غير المرئي وعديم الرائحة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التدفئة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مدافئ آمنة • أبعد القابلة للاشتعال • لا فحم داخل المنزل • أطفئ قبل النوم • تهوية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"دفء آمن يبدأ من وعيك والتزامك بإرشادات السلامة"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Microsoft Office PowerPoint</Application>
  <PresentationFormat>شاشة عريضة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عند استخدام المدافئ والتدفئة شتاءً</dc:title>
  <dc:subject>PptxGenJS Presentation</dc:subject>
  <dc:creator>هيئة أبوظبي للدفاع المدني</dc:creator>
  <cp:lastModifiedBy>Lenovo</cp:lastModifiedBy>
  <cp:revision>1</cp:revision>
  <dcterms:created xsi:type="dcterms:W3CDTF">2026-05-06T17:20:46Z</dcterms:created>
  <dcterms:modified xsi:type="dcterms:W3CDTF">2026-05-06T17:31:09Z</dcterms:modified>
</cp:coreProperties>
</file>