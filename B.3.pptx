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303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.png"/><Relationship Id="rId5" Type="http://schemas.openxmlformats.org/officeDocument/2006/relationships/image" Target="../media/image16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4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29.jp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4.png"/><Relationship Id="rId5" Type="http://schemas.openxmlformats.org/officeDocument/2006/relationships/image" Target="../media/image20.pn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14.png"/><Relationship Id="rId5" Type="http://schemas.openxmlformats.org/officeDocument/2006/relationships/image" Target="../media/image27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35.png"/><Relationship Id="rId5" Type="http://schemas.openxmlformats.org/officeDocument/2006/relationships/image" Target="../media/image28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 وخطة الهروب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المبكر والخطة الواضحة ينقذان الأرواح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"جهاز إنذار يعمل + خطة هروب واضحة = وقت ثمين للخروج بأمان"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أجهزة إنذار الدخان مهمة؟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ينتشر بسرعة ويصعب ملاحظته أثناء النوم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مبكر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وجود دخان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خروج بسرعة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للأسرة بأمان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التعرض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للدخان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أثناء النوم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الخطر الأكبر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إضافي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للتصرف الصحيح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دقيقة مهمة عند حدوث حريق، والإنذار المبكر قد يصنع فرقًا كبيرًا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يتم تركيب أجهزة إنذار الدخان؟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المواقع المناسبة يرفع كفاءة التنبيه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كل غرفة نوم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خارج مناطق النوم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كل طابق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قرب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حيث يُسمع الإنذار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وفق تعليمات المصنّع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الإنذار يجب أن يكون مسموعًا لكل أفراد الأسرة، خصوصًا أثناء النوم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 وصيانة أجهزة إنذار الدخان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الجهاز لا يكفي، لازم يعمل بانتظام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الجهاز دوريًا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 البطاريات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نظّفه من الغبار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تغطّه أو تعطّله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استبدله بنهاية عمره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سماعه في 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إنذار لا يعمل لا يحقق الغرض من وجوده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إنذار الدخان؟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ولا تتجاهله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أي نشاط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أفراد الأسرة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بسرعة وهدوء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شخصية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للمنزل بعد الخروج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الدخان أو اللهب، الإنذار يعني التصرف فورًا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بخطة الهروب؟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عائلية للخروج الآمن وقت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المخارج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مخارج المنزل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مخرجان لكل غرفة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رئيسي وبديل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خارجية محددة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الخطة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اتصال الطوارئ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الرقم 999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عودة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الخروج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الواضحة تقلل التردد والارتباك وقت الطوارئ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مخارج الهروب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فرد يعرف طريق الخروج من كل غرفة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مخرج رئيسي من كل غرفة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مخرج بديل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أبواب ونوافذ تفتح بسهولة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أثاث أمام المخارج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خالية من العوائق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طرق الخروج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المحجوب وقت الطوارئ قد يعرقل النجاة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المكان الآمن للقاء أفراد الأسرة بعد الخروج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651760"/>
            <a:ext cx="36576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10000"/>
              </a:srgbClr>
            </a:outerShdw>
          </a:effectLst>
        </p:spPr>
      </p:sp>
      <p:pic>
        <p:nvPicPr>
          <p:cNvPr id="11" name="Image 2" descr="/home/claude/saved_images/assembly_poin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2788920"/>
            <a:ext cx="3108960" cy="25603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697480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0835640" y="276148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0504" y="281635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983480" y="2697480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خارج المنزل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4846320" y="3172968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10835640" y="32369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329184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4983480" y="3172968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مسافة آمنة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4846320" y="3648456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10835640" y="37124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90504" y="3767328"/>
            <a:ext cx="182880" cy="18288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4983480" y="3648456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واضحة لكل الأسرة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4846320" y="4123944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10835640" y="41879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90504" y="4242816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983480" y="4123944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موقع ثابت قريب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4846320" y="4599432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0"/>
          <p:cNvSpPr/>
          <p:nvPr/>
        </p:nvSpPr>
        <p:spPr>
          <a:xfrm>
            <a:off x="10835640" y="46634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90504" y="4718304"/>
            <a:ext cx="182880" cy="18288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4983480" y="4599432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مسار الطوارئ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4846320" y="5074920"/>
            <a:ext cx="6400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10835640" y="51389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90504" y="5193792"/>
            <a:ext cx="182880" cy="18288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4983480" y="5074920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البقاء حتى التعليمات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تساعد على التأكد من سلامة جميع أفراد الأسرة</a:t>
            </a:r>
            <a:endParaRPr lang="ar-AE" sz="1200" dirty="0"/>
          </a:p>
        </p:txBody>
      </p:sp>
      <p:sp>
        <p:nvSpPr>
          <p:cNvPr id="38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التدريب على خطة الهروب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يجعل الأسرة أكثر استعدادًا للتصرف الصحيح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دوري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أوقات مختلفة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الخروج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نقطة التجمع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راجع الخطة عند التغيير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ناقش التصرف بعد الخروج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التدريب المسبق يجعل التصرف وقت الطوارئ أسرع وأكثر هدوءًا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هناك دخان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يكون أخطر من اللهب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انخفض قرب الأرض في الدخان الكثيف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تحرك لأقرب مخرج آمن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فيه دخان أو حرارة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322783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33101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322783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84962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931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84962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استنشاق الدخان قدر الإمكان، وركّز على الخروج الآمن</a:t>
            </a:r>
            <a:endParaRPr lang="ar-AE" sz="1200" dirty="0"/>
          </a:p>
        </p:txBody>
      </p:sp>
      <p:sp>
        <p:nvSpPr>
          <p:cNvPr id="36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أثناء الهروب؟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تؤخر الخروج أو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بعد الخروج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تبحث عن الأغراض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إطفاء حريق خارج السيطرة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أبوابًا دون التأكد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تختبئ داخل الغرف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قاعدة ذهبية: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اخرج، ابقَ في الخارج، واطلب المساعدة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وكبار السن في خطة الهروب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الأفراد يحتاجون مساعدة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صوت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اختباء عند الإنذار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خصص شخصًا لكبار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أصحاب الهمم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خروج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في موقع منظم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راجع الخطة مع الجميع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الجيدة تراعي احتياجات جميع أفراد الأسرة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إنذار الدخان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بشكل دوري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خطة هروب واضحة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مخرجين من كل غرفة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اتفق على نقطة 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تدرب مع الأسرة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تعطل جهاز الإنذار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تغطّه أو تزيل البطارية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المخارج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للمنزل بعد الخروج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الإخلاء للأغراض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صوت الإنذار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إنذار الدخان أثناء النوم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نبه أفراد الأسرة، واخرج فورًا لنقطة التجمع الخارجية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الرئيسي محجوب بالدخان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المخرج البديل المحدد في خطة الهروب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خرجت ثم تذكرت غرضًا مهمًا بالداخل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للمنزل، وانتظر الجهات المختصة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الإنذار لا يعمل عند الاختبار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المسؤول لاستبدال البطارية أو الجهاز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جهاز إنذار الدخان؟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فورًا إلى نقطة التجمع الخارجية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العودة للمنزل بعد الخروج؟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البقاء في الخارج حتى السماح بالعودة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نحدد مخرجين من كل غرفة؟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لاستخدام المخرج البديل إذا كان الأول غير آمن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تكون نقطة التجمع؟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خارج المنزل وعلى مسافة آمنة من المبنى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نختبر أجهزة إنذار الدخان دوريًا؟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للتأكد من عملها وإصدار صوت واضح عند الحاجة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المبكر وخطة الهروب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الإنذار • اختبره • مخرجان لكل غرفة • نقطة تجمع • تدرب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"الاستعداد المسبق يحمي الأرواح ويجعل المنزل أكثر أمنًا وسلامة"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1178</Words>
  <Application>Microsoft Office PowerPoint</Application>
  <PresentationFormat>شاشة عريضة</PresentationFormat>
  <Paragraphs>284</Paragraphs>
  <Slides>16</Slides>
  <Notes>16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16</vt:i4>
      </vt:variant>
    </vt:vector>
  </HeadingPairs>
  <TitlesOfParts>
    <vt:vector size="20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أجهزة إنذار الدخان وخطة الهروب</dc:title>
  <dc:subject>PptxGenJS Presentation</dc:subject>
  <dc:creator>هيئة أبوظبي للدفاع المدني</dc:creator>
  <cp:lastModifiedBy>Lenovo</cp:lastModifiedBy>
  <cp:revision>1</cp:revision>
  <dcterms:created xsi:type="dcterms:W3CDTF">2026-05-06T13:45:17Z</dcterms:created>
  <dcterms:modified xsi:type="dcterms:W3CDTF">2026-05-06T13:48:13Z</dcterms:modified>
</cp:coreProperties>
</file>