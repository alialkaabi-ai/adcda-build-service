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03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.png"/><Relationship Id="rId5" Type="http://schemas.openxmlformats.org/officeDocument/2006/relationships/image" Target="../media/image16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29.jp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4.png"/><Relationship Id="rId5" Type="http://schemas.openxmlformats.org/officeDocument/2006/relationships/image" Target="../media/image20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14.png"/><Relationship Id="rId5" Type="http://schemas.openxmlformats.org/officeDocument/2006/relationships/image" Target="../media/image27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35.png"/><Relationship Id="rId5" Type="http://schemas.openxmlformats.org/officeDocument/2006/relationships/image" Target="../media/image28.png"/><Relationship Id="rId10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إنذار الدخان وخطة الهروب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الإنذار المبكر والخطة الواضحة ينقذان الأرواح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"جهاز إنذار يعمل + خطة هروب واضحة = وقت ثمين للخروج بأمان"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أجهزة إنذار الدخان مهمة؟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قد ينتشر بسرعة ويصعب ملاحظته أثناء النوم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مبكر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وجود دخان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خروج بسرعة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للأسرة بأمان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التعرض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للدخان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أثناء النوم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الخطر الأكبر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إضافي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للتصرف الصحيح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دقيقة مهمة عند حدوث حريق، والإنذار المبكر قد يصنع فرقًا كبيرًا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يتم تركيب أجهزة إنذار الدخان؟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المواقع المناسبة يرفع كفاءة التنبيه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داخل كل غرفة نوم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خارج مناطق النوم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كل طابق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قرب 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حيث يُسمع الإنذار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وفق تعليمات المصنّع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الإنذار يجب أن يكون مسموعًا لكل أفراد الأسرة، خصوصًا أثناء النوم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اختبار وصيانة أجهزة إنذار الدخان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الجهاز لا يكفي، لازم يعمل بانتظام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الجهاز دوريًا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استبدل البطاريات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نظّفه من الغبار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تغطّه أو تعطّله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استبدله بنهاية عمره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سماعه في النوم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جهاز إنذار لا يعمل لا يحقق الغرض من وجوده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سماع إنذار الدخان؟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بجدية ولا تتجاهله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أي نشاط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نبه أفراد الأسرة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بسرعة وهدوء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أقرب مخرج آمن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أغراضًا شخصية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للمنزل بعد الخروج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موقع آمن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رؤية الدخان أو اللهب، الإنذار يعني التصرف فورًا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بخطة الهروب؟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عائلية للخروج الآمن وقت 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المخارج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مخارج المنزل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مخرجان لكل غرفة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رئيسي وبديل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تجمع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خارجية محددة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الأسرة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الخطة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اتصال الطوارئ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الرقم 999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عودة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الخروج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الخطة الواضحة تقلل التردد والارتباك وقت الطوارئ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تحديد مخارج الهروب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فرد يعرف طريق الخروج من كل غرفة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مخرج رئيسي من كل غرفة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مخرج بديل آمن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أبواب ونوافذ تفتح بسهولة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أثاث أمام المخارج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ممرات خالية من العوائق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الأطفال طرق الخروج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المخرج المحجوب وقت الطوارئ قد يعرقل النجاة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المكان الآمن للقاء أفراد الأسرة بعد الخروج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14400" y="2651760"/>
            <a:ext cx="36576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10000"/>
              </a:srgbClr>
            </a:outerShdw>
          </a:effectLst>
        </p:spPr>
      </p:sp>
      <p:pic>
        <p:nvPicPr>
          <p:cNvPr id="11" name="Image 2" descr="/home/claude/saved_images/assembly_poin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788920"/>
            <a:ext cx="3108960" cy="2560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69748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835640" y="276148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0504" y="2816352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83480" y="269748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خارج المنزل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846320" y="3172968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0835640" y="323697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0504" y="329184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83480" y="3172968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مسافة آمنة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846320" y="3648456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0835640" y="37124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0504" y="3767328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983480" y="3648456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واضحة لكل الأسرة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846320" y="4123944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10835640" y="41879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0504" y="4242816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983480" y="4123944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ثابت قريب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4846320" y="4599432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10835640" y="46634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90504" y="4718304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983480" y="459943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بعيدًا عن مسار الطوارئ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4846320" y="5074920"/>
            <a:ext cx="6400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0835640" y="51389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90504" y="5193792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983480" y="507492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البقاء حتى التعليمات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 تساعد على التأكد من سلامة جميع أفراد الأسرة</a:t>
            </a:r>
            <a:endParaRPr lang="ar-AE" sz="1200" dirty="0"/>
          </a:p>
        </p:txBody>
      </p:sp>
      <p:sp>
        <p:nvSpPr>
          <p:cNvPr id="38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التدريب على خطة الهروب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يجعل الأسرة أكثر استعدادًا للتصرف الصحيح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دوري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أوقات مختلفة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الأطفال الخروج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نقطة التجمع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راجع الخطة عند التغيير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ناقش التصرف بعد الخروج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التدريب المسبق يجعل التصرف وقت الطوارئ أسرع وأكثر هدوءًا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هناك دخان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قد يكون أخطر من اللهب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انخفض قرب الأرض في الدخان الكثيف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تحرك لأقرب مخرج آمن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الأبواب خلفك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فيه دخان أو حرارة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موقع آمن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استنشاق الدخان قدر الإمكان، وركّز على الخروج الآمن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أثناء الهروب؟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تؤخر الخروج أو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بعد الخروج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تبحث عن الأغراض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إطفاء حريق خارج السيطرة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أبوابًا دون التأكد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تختبئ داخل الغرف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الإنذار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ذهبية: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اخرج، ابقَ في الخارج، واطلب المساعدة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وكبار السن في خطة الهروب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الأفراد يحتاجون مساعدة إضافية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الأطفال صوت الإنذار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اختباء عند الإنذار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خصص شخصًا لكبار السن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أصحاب الهمم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خروج مناسبة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في موقع منظم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راجع الخطة مع الجميع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الخطة الجيدة تراعي احتياجات جميع أفراد الأسرة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أجهزة إنذار الدخان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اختبرها بشكل دوري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خطة هروب واضحة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مخرجين من كل غرفة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اتفق على نقطة تجمع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تدرب مع الأسرة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تعطل جهاز الإنذار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تغطّه أو تزيل البطارية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المخارج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للمنزل بعد الخروج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الإخلاء للأغراض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صوت الإنذار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سمعت إنذار الدخان أثناء النوم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نبه أفراد الأسرة، واخرج فورًا لنقطة التجمع الخارجية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المخرج الرئيسي محجوب بالدخان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المخرج البديل المحدد في خطة الهروب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خرجت ثم تذكرت غرضًا مهمًا بالداخل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للمنزل، وانتظر الجهات المختصة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جهاز الإنذار لا يعمل عند الاختبار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المسؤول لاستبدال البطارية أو الجهاز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سماع جهاز إنذار الدخان؟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أخرج فورًا إلى نقطة التجمع الخارجية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العودة للمنزل بعد الخروج؟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البقاء في الخارج حتى السماح بالعودة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نحدد مخرجين من كل غرفة؟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لاستخدام المخرج البديل إذا كان الأول غير آمن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تكون نقطة التجمع؟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خارج المنزل وعلى مسافة آمنة من المبنى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نختبر أجهزة إنذار الدخان دوريًا؟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للتأكد من عملها وإصدار صوت واضح عند الحاجة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الإنذار المبكر وخطة الهروب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الإنذار • اختبره • مخرجان لكل غرفة • نقطة تجمع • تدرب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"الاستعداد المسبق يحمي الأرواح ويجعل المنزل أكثر أمنًا وسلامة"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B.3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</Words>
  <Application>Microsoft Office PowerPoint</Application>
  <PresentationFormat>شاشة عريضة</PresentationFormat>
  <Paragraphs>284</Paragraphs>
  <Slides>16</Slides>
  <Notes>16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16</vt:i4>
      </vt:variant>
    </vt:vector>
  </HeadingPairs>
  <TitlesOfParts>
    <vt:vector size="20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أجهزة إنذار الدخان وخطة الهروب</dc:title>
  <dc:subject>PptxGenJS Presentation</dc:subject>
  <dc:creator>هيئة أبوظبي للدفاع المدني</dc:creator>
  <cp:lastModifiedBy>Lenovo</cp:lastModifiedBy>
  <cp:revision>1</cp:revision>
  <dcterms:created xsi:type="dcterms:W3CDTF">2026-05-06T13:45:17Z</dcterms:created>
  <dcterms:modified xsi:type="dcterms:W3CDTF">2026-05-06T13:48:13Z</dcterms:modified>
</cp:coreProperties>
</file>