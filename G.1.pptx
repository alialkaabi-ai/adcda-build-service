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36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3.png"/><Relationship Id="rId5" Type="http://schemas.openxmlformats.org/officeDocument/2006/relationships/image" Target="../media/image26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13.png"/><Relationship Id="rId5" Type="http://schemas.openxmlformats.org/officeDocument/2006/relationships/image" Target="../media/image21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17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.png"/><Relationship Id="rId5" Type="http://schemas.openxmlformats.org/officeDocument/2006/relationships/image" Target="../media/image36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.png"/><Relationship Id="rId5" Type="http://schemas.openxmlformats.org/officeDocument/2006/relationships/image" Target="../media/image38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23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مخاطر حرائق المنازل والمطابخ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وقاية يومية، تجهيز للمنزل، وتصرف صحيح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اليومية أبسط وأقل تكلفة من التعامل مع نتائج الحريق"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بإدارة مخاطر حرائق المنازل؟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المنزلية مسؤولية يومية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داخل المنزل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الاحتمال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بنشوب الحريق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الانتشار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البداية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وكبار السن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الأسرة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للطوارئ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الخسائر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الممتلكات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الخطر تعني منع أسبابه قبل حدوثه، لا انتظار وقوع الحريق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بإدارة مخاطر الحرائق المنزلية؟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 مستمرة لمعرفة الخطر وتقليله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مصادر الاشتعال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المواد القابلة للاشتعال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سلامة الأجهزة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وسائل الإنذار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الأسرة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اتصال بـ 999 عند الخطر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اليومية أبسط وأقل تكلفة من التعامل مع نتائج الحريق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مصادر الخطر في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الأماكن تجمعًا لمصادر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الزيوت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مناشف وأوراق قرب الموقد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طبخ 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الانشغال بالأجهزة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عبث الأطفال بالمفاتيح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المراقبة أثناء الطبخ هي خط الدفاع الأول ضد حرائق المطابخ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الزيوت أثناء الطبخ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الزيوت من أخطر حرائق المطبخ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الزيت دون مراقبة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ترفع الحرارة فوق اللازم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أواني مستقرة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الموقد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المواد القابلة للاشتعال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الموقد عند ظهور دخان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الماء على حرائق الزيوت — قد ينتشر الحريق ويزيد الخطر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الغاز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وصيانة واستخدام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التوصيلات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إغلاق الغاز بعد الاستخدام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رائحة الغاز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الكهرباء عند تسرب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المكان إن أمكن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دوري من 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المفاتيح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ابتعد، تجنّب أي شرر، واتصل بـ 999 عند تسرب الغاز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 الكهربائية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أعطال قد تشعل حريقًا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قرب الماء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الأجهزة دون متابعة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غير معتمدة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أو رائحة احتراق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إصلاحات بطرق غير مختصة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رائحة احتراق أو شرر تحتاج إلى إيقاف الاستخدام وفحص مختص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المواد القابلة للاشتعال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وجودها قرب الحرارة يزيد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مناشف قرب الموقد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أوراق وكرتون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ستائر قرب الحرارة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التنظيف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بخاخات مضغوطة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زيوت وسوائل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أثاث قرب المدافئ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 وقائي: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المواد القابلة للاشتعال بعيدًا عن الحرارة وفي أماكن آمنة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الدخان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مبكر يمنح وقتًا للخروج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في أماكن مناسبة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اختبار الجهاز دوريًا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تغيير البطاريات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تعطّل الجهاز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الأسرة معنى الصوت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بجدية مع الإنذار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الإنذار المبكر يمنح الأسرة فرصة للخروج قبل انتشار الدخان أو الحريق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الحريق المنزلية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حريق صغير جدًا في بدايته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واضح وسهل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دورية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طريقة الاستخدام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للحرائق الكبيرة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إخلاء فوري عند الخطر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الأشخاص أولًا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دائمًا لسلامة الأشخاص، وليس إنقاذ الممتلكات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الهروب من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تسرّع التصرف وقت الإنذار أو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مخارج كل غرفة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طريقين للخروج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نقطة تجمع خارجية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درّب الأسرة على الخطة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عدم الاختباء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اتفقوا على عدم الرجوع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مكان آمن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غير المتدرب عليها قد لا تكون فعالة وقت الطوارئ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وكبار السن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وقت الحرائق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المطبخ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قرب الحرارة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عدم العبث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الطبخ بعيدة عن الحافة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وصول كبار السن للمخارج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لمن يحتاج مساعدة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الأجهزة في غرفهم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تعني الاهتمام بمن لا يستطيعون التصرف بسرعة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السلوكيات الخاطئة التي تزيد الخطر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عادات بسيطة لكنها خطرة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الطبخ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على حرائق الزيت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شموع ومدافئ دون متابعة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قابل للاشتعال قرب الحرارة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رائحة الغاز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السماح للأطفال بالعبث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للمنزل بعد الخروج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 داخل المنزل يقلل المخاطر قبل الحاجة إلى الطوارئ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نشوب حريق في المطبخ؟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الحرارة إن كان آمنًا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الوعاء المشتعل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أفراد الأسرة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الباب خلفك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مكان آمن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إلى المنزل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انتشر الحريق أو الدخان، اخرج فورًا ولا تحاول الإطفاء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انتشار الدخان؟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يكون أخطر من اللهب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من أقرب مخرج آمن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منخفضًا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مرة أخرى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السريع والآمن أهم من البحث عن الممتلكات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قبل وقوع الحريق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وقائية يومية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الأجهزة دوريًا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تنظيف تراكم الدهون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الموقد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القابل للاشتعال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اختبار إنذار الدخان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حريق مناسبة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الأسرة على الخطة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الأطفال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المنزل الآمن هو الذي تُراجع فيه المخاطر قبل أن تتحول إلى حوادث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الأسرة في تقليل المخاطر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مسؤولية مشتركة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 عن الإنذار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 عن إغلاق الحرارة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كبار السن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مراجعة خطة الهروب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متفق عليها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 في مكان واضح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عندما يعرف كل فرد دوره، تقل الفوضى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حرائق المنازل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الطبخ دائمًا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 للاشتعال عن الموقد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الكهرباء والأجهزة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إنذار الدخان وافحصه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خطة هروب ونقطة تجمع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المنزل عند الانتشار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مكان آمن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الطعام على النار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حرائق الزيت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رائحة الغاز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يعبثون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تطفئ حريقًا كبيرًا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للمنزل بعد الإخلاء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الطبخ، الزيت بدأ يصدر دخانًا واضحًا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الحرارة إن كان آمنًا، لا تضف ماء، وأبعد الأشخاص عن المنطقة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الدخان أثناء الليل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أيقظ الأسرة، نفّذ خطة الهروب، اخرج لنقطة التجمع، واتصل بـ 999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شممت رائحة غاز داخل المطبخ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المفاتيح الكهربائية، هوّ المكان إن كان آمنًا، ابتعد، واتصل بـ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يريد الرجوع لأخذ غرض من المنزل المحترق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من الرجوع، ابقَ في نقطة التجمع، وانتظر الجهات المختصة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للوقاية من حرائق المطبخ؟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الطبخ وعدم ترك الطعام أو الزيت على الموقد دون متابعة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الماء على حرائق الزيت؟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يؤدي إلى انتشار الحريق وزيادة الخطر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سماع إنذار الدخان أو رؤية حريق منتشر؟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نفّذ خطة الهروب، اخرج لنقطة التجمع، واتصل بـ 999 من مكان آمن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نحدد نقطة تجمع خارج المنزل؟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للتأكد من خروج الأسرة ومنع الرجوع إلى داخل المنزل أثناء الحريق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بالوعي والالتزام اليومي بإجراءات السلامة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الطبخ • افحص الكهرباء والغاز • ركّب الإنذار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حرائق المنازل تبدأ من سلوك يومي واعٍ داخل كل أسرة"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Microsoft Office PowerPoint</Application>
  <PresentationFormat>شاشة عريضة</PresentationFormat>
  <Paragraphs>379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مخاطر حرائق المنازل والمطابخ</dc:title>
  <dc:subject>PptxGenJS Presentation</dc:subject>
  <dc:creator>هيئة أبوظبي للدفاع المدني</dc:creator>
  <cp:lastModifiedBy>Lenovo</cp:lastModifiedBy>
  <cp:revision>1</cp:revision>
  <dcterms:created xsi:type="dcterms:W3CDTF">2026-05-08T00:11:32Z</dcterms:created>
  <dcterms:modified xsi:type="dcterms:W3CDTF">2026-05-08T00:27:59Z</dcterms:modified>
</cp:coreProperties>
</file>