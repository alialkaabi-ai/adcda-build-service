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651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7.png"/><Relationship Id="rId5" Type="http://schemas.openxmlformats.org/officeDocument/2006/relationships/image" Target="../media/image25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4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4.png"/><Relationship Id="rId5" Type="http://schemas.openxmlformats.org/officeDocument/2006/relationships/image" Target="../media/image34.png"/><Relationship Id="rId10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شحن المركبات الكهربائية في المنزل</a:t>
            </a:r>
            <a:endParaRPr lang="en-US" sz="30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معتمدة… وتركيب صحيح… وفحص منتظم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"الشحن المنزلي يحتاج إلى التزام بإرشادات السلامة لتقليل مخاطر الأعطال الكهربائية وارتفاع الحرارة والحرائق"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بسلامة الشحن المنزلي؟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أنظمة وبطاريات عالية الجهد تحتاج إلى تعامل واعٍ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المنزل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الأعطال الكهربائية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ارتفاع الحرارة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الكابلات والمعدات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والمخاطر المرتبطة بالشحن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العبث بالمعدات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آمن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للتقنيات الحديثة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المركبة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والبطارية من التلف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الشاحن المنزلي ليس مجرد وصلة كهربائية، بل نظام يجب أن يكون مناسبًا ومعتمدًا وآمنًا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قد تحدث مخاطر الشحن؟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إهمال علامات الخطر قد يطوّر المشكلة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شاحن غير معتمد أو غير متوافق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مقابس غير مخصصة للشحن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أسلاك تمديد ووصلات متعددة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تلف في الكابل أو القابس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تعرض المعدات للمياه والحرارة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تركيب دون فحص قدرة التمديدات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المعدات في متناول العبث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خلل بسيط في الشحن قد يتطور إلى خطر إذا تم تجاهله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معدات الشحن المناسبة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جودة الشاحن جزء أساسي من سلامة المركبة والمنزل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الشاحن الموصى به من الشركة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متوافق مع نوع المركبة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مصادر موثوقة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المنتجات غير المعروفة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تعليمات الاستخدام واضحة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معدات تالفة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جودة الشاحن وسلامته جزء أساسي من سلامة المركبة والمنزل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تركيب الشاحن المنزلي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التركيب الصحيح ليس عشوائيًا، بل بطريقة فنية معتمدة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تركيب الشاحن بواسطة فني مؤهل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ملاءمة التمديدات لقدرة الشاحن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دائرة كهربائية مخصصة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وسائل حماية كهربائية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موقع آمن للشاحن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بتعليمات الشركة المصنّعة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تقم بتوصيل شاحن منزلي عالي القدرة دون فحص كهربائي مناسب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الشحن الآمن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المكان المناسب يقلل مخاطر التلف والتعثر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جيد التهوية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 عن المواد القابلة للاشتعال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 عن تجمع المياه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 عن مصادر الحرارة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يعيق حركة الأشخاص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كابل دون شد أو التفاف حاد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 عن متناول الأطفال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الشحن الآمن يحمي المركبة والمنزل والأشخاص المحيطين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أسلاك التمديد والوصلات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أسلاك التمديد ترفع خطر ارتفاع الحرارة والتحميل الزائد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805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093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389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توصيل عبر أسلاك تمديد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4281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2569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وصلات متعددة أو غير مخصصة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3757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045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4341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عالية الاستهلاك معًا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234543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252831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119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35127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 الكابلات في الممرات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14019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32307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95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4603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مقابس متضررة أو مرتخية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نقطة شحن مخصصة ومعتمدة، واتبع تعليمات الشركة المصنّعة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الشاحن والكابل قبل الاستخدام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السريع يكشف التلف قبل وقوع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الكابل دون قطع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حرارة أو رائحة احتراق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مدخل الشحن نظيف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أو رطوبة على القابس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ثبات التوصيل دون ارتخاء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تلف في وحدة الشحن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أي كابل أو شاحن تظهر عليه علامات تلف أو حرارة غير طبيعية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عملية الشحن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واعية للشحن وليست استخدامًا عشوائيًا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توصيل الشاحن بطريقة صحيحة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تسحب الكابل بقوة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القابس بيد مبللة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تغطِّ الشاحن أو الكابل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الكابل في مسار المشاة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المعدات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الشحن عند رائحة احتراق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الشحن الآمن يحتاج إلى متابعة واعية وليس استخدامًا عشوائيًا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انتهاء الشحن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العناية بالمعدات بعد الاستخدام تطيل عمرها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حسب تعليمات الشركة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اسحب من المقبض المخصص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أعد الكابل دون لفّ حاد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في مسار الحركة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غطاء منفذ الشحن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عند حرارة غير طبيعية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العناية بمعدات الشحن بعد الاستخدام تطيل عمرها وتقلل احتمالية التلف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الشحن في الأجواء الحارة أو الرطبة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الماء والكهرباء لا يجتمعان بأمان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أشعة الشمس الطويلة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تهوية مناسبة للمكان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معدات مبللة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بعد المطر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بعيدًا عن مصادر الحرارة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عند رائحة احتراق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الماء والكهرباء لا يجتمعان بأمان — لا تستخدم معدات شحن رطبة أو متضررة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الأطفال وأفراد الأسرة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الشحن مرتبطة بأنظمة عالية الجهد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الكابلات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توصيل أو فصل من الأطفال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نظّم الكابل لمنع التعثر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موقع آمن لا يسهل سحبه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الأسرة عدم اللمس عند خلل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الشاحن منظمًا بعد الاستخدام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الأسرة تبدأ من تنظيم مكان الشحن ومنع العبث بالمعدات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الخطر التي لا يجب تجاهلها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تستوجب التعامل الفوري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 أو بلاستيك ساخن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في القابس أو الكابل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شرر أو صوت غير طبيعي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انقطاع متكرر للشحن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لون نقطة التوصيل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تلف أو تشقق في الكابل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أو إنذار من الشاحن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الشحن فورًا إذا كان آمنًا، وابتعد عن المصدر، واطلب الفحص من مختص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وجود خلل أثناء الشحن؟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التصرفات العشوائية وتعامل كخطر محتمل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الشحن إذا كان آمنًا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الكابل عند دخان أو شرر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الأسرة عن مكان الشحن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مصدر الكهرباء بأمان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الشاحن قبل فحصه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تواصل مع فني مختص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خطر مباشر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إصلاح الشاحن أو الكابل بنفسك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نشوب حريق أثناء الشحن؟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للإخلاء والابتعاد وطلب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سريعة: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8328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2900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39496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4068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الكابلات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40664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5236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المصدر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41832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46404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الأشخاص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الماء على الكهرباء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المركبة في الخطر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الجميع فورًا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المختصين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وجود حريق أو دخان، الأولوية للإخلاء والابتعاد وطلب المساعدة</a:t>
            </a:r>
            <a:endParaRPr lang="ar-AE" sz="1200" dirty="0"/>
          </a:p>
        </p:txBody>
      </p:sp>
      <p:sp>
        <p:nvSpPr>
          <p:cNvPr id="42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شحن المركبة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شاحنًا معتمدًا ومتوافقًا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الشاحن بواسطة فني مؤهل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الكابل قبل الاستخدام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اشحن في مكان آمن وجيد التهوية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المعدات عن الماء والحرارة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الشحن عند رائحة احتراق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الدخان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أسلاك التمديد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شاحنًا تالفًا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الكابل بيد مبللة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 يعبثون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تغطِّ الشاحن أثناء الشحن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الإصلاح بنفسك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الماء على الكهرباء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أن كابل الشحن متشقق لكنه يعمل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الكابل، وافحصه أو استبدله من جهة مختصة قبل الشحن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الكهرباء بعيدة وتفكر باستخدام سلك تمديد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أسلاك التمديد، واعتمد على نقطة شحن مخصصة ومعتمدة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الشحن ظهرت رائحة احتراق من القابس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الشحن إن كان آمنًا، ابتعد، ولا تستخدم الشاحن قبل فحصه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يحاول لمس كابل الشحن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الطفل فورًا، ونظّم مكان الشحن، وامنع العبث بالمعدات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استخدام شاحن معتمد ومتوافق مع المركبة؟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لتقليل مخاطر الأعطال الكهربائية وارتفاع الحرارة وحماية المركبة والمنزل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يُنصح باستخدام أسلاك التمديد لشحن المركبات؟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تجنبها واستخدام نقطة شحن مخصصة ومعتمدة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رائحة احتراق أثناء الشحن؟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الشحن إن كان آمنًا، ابتعد، ولا تستخدم المعدات قبل فحصها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عند نشوب حريق أثناء الشحن؟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الأشخاص، ابتعد، لا تلمس الكابلات، واتصل بـ 999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الشحن الآمن للمركبات الكهربائية يحمي المنزل والمركبة والأسرة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معتمدة • تركيب من مختص • فحص قبل الشحن • ابتعد عن الماء والحرارة • اتصل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"الشحن الآمن يحمي منزلك ومركبتك وأسرتك"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D.7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1542</Words>
  <Application>Microsoft Office PowerPoint</Application>
  <PresentationFormat>شاشة عريضة</PresentationFormat>
  <Paragraphs>345</Paragraphs>
  <Slides>19</Slides>
  <Notes>19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3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عند شحن المركبات الكهربائية في المنزل</dc:title>
  <dc:subject>PptxGenJS Presentation</dc:subject>
  <dc:creator>هيئة أبوظبي للدفاع المدني</dc:creator>
  <cp:lastModifiedBy>Lenovo</cp:lastModifiedBy>
  <cp:revision>1</cp:revision>
  <dcterms:created xsi:type="dcterms:W3CDTF">2026-05-07T14:04:00Z</dcterms:created>
  <dcterms:modified xsi:type="dcterms:W3CDTF">2026-05-07T14:07:34Z</dcterms:modified>
</cp:coreProperties>
</file>