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45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11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8.png"/><Relationship Id="rId5" Type="http://schemas.openxmlformats.org/officeDocument/2006/relationships/image" Target="../media/image16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38.png"/><Relationship Id="rId5" Type="http://schemas.openxmlformats.org/officeDocument/2006/relationships/image" Target="../media/image39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8686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على الشواطئ</a:t>
            </a:r>
            <a:endParaRPr lang="en-US" sz="4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استمتاع آمن… ووعي بالمخاطر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"الشاطئ مكان للراحة، والالتزام بإرشادات السلامة يحمي الأفراد والعائلات"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على الشواطئ؟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سباحة ولعب وتعرض للشمس وأنشطة بحرية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الغرق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والحوادث البحرية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والفئات الأكثر عرضة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الانزلاق والحادة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الإجهاد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الحراري والشمس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المسؤول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المرافق العامة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الاستمتاع بالشاطئ يبدأ من الالتزام بتعليمات السلامة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على الشواطئ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سباحة بأماكن غير مخصصة وتجاهل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السباحة بأماكن غير 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أطفال دون مراقبة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الشاطئ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الأعلام التحذيرية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السباحة بسوء الجو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التعرض الطويل للشمس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الانزلاق على الصخور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زجاج وأدوات حادة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المخاطر تساعد على تجنبها قبل وقوع الحادث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السباحة في الأماكن المخصصة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المكان المناسب والتزم بالتعليمات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بالمناطق المخصصة فقط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المنقذين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بمفردك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تبتعد عن الشاطئ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أمواج قوية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عند التعب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أماكن محظورة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منقذ أو منطقة مخصصة لا يغني عن الانتباه الشخصي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الأطفال على الشاطئ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رقابة مباشرة ومستمرة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راقبهم طوال الوقت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بالغ مع كل طفل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الطفو لا يبدّل المراقبة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بمدى الرؤية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 عدم الدخول دون إذن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لقاء واضحة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انشغال بالجوال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الفعالة تعني الانتباه المستمر، وليس الوجود فقط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الأعلام التحذيرية ولوحات الإرشاد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معرفة حالة البحر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اللوحات قبل الدخول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بالأعلام التحذيرية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عند المنع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 المنقذ عند الشك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التحذيرات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تغير الجو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الأعلام التحذيرية وُضعت لحمايتك وليست مجرد علامات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التعرض الطويل للشمس قد يسبب الإجهاد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الشمس وقت الذروة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المظلة أو القبعة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راحة بأماكن مظللة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علامات التعب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احمِ الأطفال وكبار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وسائل الوقاية من الشمس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الراحة والترطيب جزء أساسي من سلامتك على الشاطئ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المشي واللعب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صخور وأرضيات وأدوات حادة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قرب الصخور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حذاء مناسب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ركض بالمزدحم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حادة على الرمال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قفز من الصخور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الصيانة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الشاطئ الآمن يحتاج إلى سلوك مسؤول من جميع الزوار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الأنشطة البحرية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قوارب ودراجات مائية وألعاب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سترة النجاة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المشرفين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تشارك متعبًا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القوارب بالسباحة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نشاط مناسب للعمر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معدات دون تصريح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سلوك 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الأنشطة البحرية ممتعة عندما تُمارس ضمن الضوابط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ملاحظة شخص يواجه صعوبة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دون تعريض نفسك للخطر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مساعدة المنقذ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إن لم تكن مؤهلًا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أداة إنقاذ متاحة بأمان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 الآخرين للابتعاد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المنقذين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تتجمع حول المصاب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السريعة قد ينقذ حياة دون تعريض الآخرين للخطر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الحفاظ على نظافة وسلامة الشاطئ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جزء من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حاويات المخلفات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زجاج على الرمال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بقايا في البحر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المرافق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تتلف اللوحات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المخلفات الخطرة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المناطق المخصصة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الشاطئ النظيف أكثر أمانًا للجميع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طارئ؟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أو فقدان طفل أو حالة صحية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المنقذ أو المسؤول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الحالات الخطيرة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الآخرين عن الخطر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عند إصابة قوية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السريع والتصرف الهادئ يساعدان على الاستجابة الصحيحة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على الشواطئ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اسبح بالأماكن المخصصة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بالأعلام التحذيرية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وارتح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السلامة بالأنشطة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بمفردك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المنقذين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سباحة بسوء الجو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أطفال دون إشراف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القوارب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مخلفات أو حادة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يتجه للبحر دون بالغ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أوقفه فورًا وأبلغ ولي أمره أو المسؤول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علم تحذيري يمنع السباحة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البحر، واتبع تعليمات المنقذين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يواجه صعوبة في الماء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المنقذ فورًا، ولا تدخل إن لم تكن مؤهلًا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زجاج مكسور على الرمال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الآخرين وأبلغ المسؤول لإزالته بأمان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السباحة بمنطقة غير مخصصة؟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السباحة بالأماكن المخصصة فقط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أدوات الطفو تغني عن مراقبة الأطفال؟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الرقابة المباشرة ضرورية دائمًا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رؤية شخص يغرق؟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أطلب المنقذ فورًا وأتصل بالطوارئ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نلتزم بالأعلام التحذيرية؟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توضح حالة البحر ومستوى الخطورة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شرب الماء على الشاطئ؟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للوقاية من الجفاف والإجهاد الحراري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996" y="1691640"/>
            <a:ext cx="82296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على الشواطئ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اسبح بالمخصصة • راقب الأطفال • التزم بالأعلام • اشرب الماء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"شاطئ آمن يعني تجربة أجمل وأكثر راحة للجميع"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شاشة عريضة</PresentationFormat>
  <Paragraphs>284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20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على الشواطئ</dc:title>
  <dc:subject>PptxGenJS Presentation</dc:subject>
  <dc:creator>PptxGenJS</dc:creator>
  <cp:lastModifiedBy>Lenovo</cp:lastModifiedBy>
  <cp:revision>1</cp:revision>
  <dcterms:created xsi:type="dcterms:W3CDTF">2026-05-06T22:43:37Z</dcterms:created>
  <dcterms:modified xsi:type="dcterms:W3CDTF">2026-05-06T22:48:36Z</dcterms:modified>
</cp:coreProperties>
</file>