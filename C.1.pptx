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88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5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25.png"/><Relationship Id="rId5" Type="http://schemas.openxmlformats.org/officeDocument/2006/relationships/image" Target="../media/image15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5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الحدائق العامة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استمتاع آمن… وسلوك مسؤول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"الحدائق العامة وُجدت للترفيه، والالتزام بإرشادات السلامة يحافظ على سلامة الجميع"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الحدائق العامة؟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تستقبل أفرادًا من مختلف الأعمار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والأسرة من الإصابات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السقوط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والانزلاق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المرافق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المرافق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والمحافظة على النظافة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 الحضاري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والمسؤول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الاستمتاع بالمكان يبدأ من احترام تعليمات السلامة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الحدائق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واستخدام غير صحيح وتجاهل للتعليمات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الأطفال من الألعاب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الجري والتدافع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ألعاب لفئات غير 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أطفال دون مراقبة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أرضيات مبللة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شواء بأماكن غير مخصصة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رمي المخلفات والزجاج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الصيانة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معظم مخاطر الحدائق يمكن تجنبها بالمراقبة والانتباه والالتزام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الأطفال في الحدائق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مستمرة في المناطق المزدحمة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راقبهم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بمفردهم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لعبة مناسبة للعمر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البقاء بقربك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واضحة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الصيانة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انشغال بالجوال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وجودك بقرب الطفل لا يكفي، المهم هو الانتباه المستمر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مناطق الألعاب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صحيح يقلل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ألعاب مناسبة للعمر والطول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الدور بهدوء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استخدمها بطريقتها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أمام المراجيح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لعب على المبلل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المكسور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اللعب الآمن يجعل وقت الترفيه أكثر متعة للجميع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المشي والحركة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للحركة الآمنة المنظمة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بالممرات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بالمزدحم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للدراجات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حقائب بالمسارات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الإضاءة مساءً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للأرضيات غير المستوية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المسار الآمن والخالي من العوائق يحمي الجميع من التعثر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من الحرائق في الحدائق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الشواء بأماكن غير مخصصة من المسببات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شواء بالأماكن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نار قرب الأشجار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دون متابعة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أطفئ الفحم بالكامل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أعقاب على الأرض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دخان أو حريق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مصدر حرارة صغير قد يسبب حريقًا إذا لم يتم التعامل معه بحذر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الكهربائية والإنارة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إنارة خارجية ونوافير لا يُعبث 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صناديق الكهرباء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التمديدات التالفة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توصيلات شخصية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الأجهزة قرب الماء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رائحة الاحتراق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الكهرباء بالأماكن العامة لا يتم التعامل معها إلا من قبل المختصين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المحافظة على النظافة وسلامة المرافق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جزء من السلامة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حاويات المخلفات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زجاج أو حادة على الأرض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بقايا في مناطق اللعب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دورات المياه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تتلف معدات السلامة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أغراض في الممرات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تلف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المحافظة على الحديقة مسؤولية مشتركة بين جميع الزوار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من الحرارة والإجهاد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وكبار السن أكثر تأثرًا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اشرب الماء بانتظام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تجنّب الشمس وقت الذروة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المظلة أو القبعة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راحة بأماكن مظللة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علامات التعب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 بالمركبة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الأعراض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الاستمتاع في الخارج يحتاج إلى ترطيب وراحة وانتباه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فقدان طفل أو الانفصال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لأقرب مسؤول أو نقطة أمنية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الطفل يبحث وحده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طلب المساعدة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اتفق على نقطة لقاء عند الدخول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رقم تواصل لدى الطفل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الجهات إذا استمر الفقدان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الاتفاق المسبق على نقطة لقاء يقلل الارتباك عند الانفصال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إصابة أو طارئ؟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بهدوء واطلب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المصاب عن الخطر بأمان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عند إصابة قوية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مسؤول الحديقة أو الأمن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في الحالات الخطيرة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التجمع حول المصاب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بالإبلاغ وعدم التصرف العشوائي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الحدائق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ألعاب حسب الفئة العمرية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بالممرات والتعليمات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شواء بالأماكن المخصصة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النظافة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 أو تلف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دون إشراف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تركض أو تدفع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نار بأماكن غير مخصصة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بالكهرباء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زجاج أو مخلفات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علامات التعب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لعبة مكسورة في منطقة الأطفال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الأطفال من استخدامها وأبلغ مسؤول الحديقة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انفصل عن أسرته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الأمن أو المسؤول فورًا، لا تتركه يبحث وحده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يستخدم الشواية قرب الأشجار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نبهه للمنطقة المخصصة أو أبلغ المسؤول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تمديدات كهربائية مكشوفة قرب ممر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عنها وأبلغ المسؤولين فورًا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ترك الأطفال دون مراقبة في الألعاب؟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مراقبتهم باستمرار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وجدت لعبة مكسورة؟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أتجنب استخدامها وأبلغ مسؤول الحديقة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يتم استخدام الشوايات؟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الأماكن المخصصة فقط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نحافظ على الممرات خالية؟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التعثر وتسهيل الحركة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حدوث إصابة قوية؟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أحرك المصاب وأبلغ المسؤول أو 999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الحدائق العامة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• التزم بالتعليمات • ألعاب آمنة • نظافة • شواء بالمخصصة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"حديقة آمنة تعني تجربة أجمل للجميع"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Office PowerPoint</Application>
  <PresentationFormat>شاشة عريضة</PresentationFormat>
  <Paragraphs>284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0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الحدائق العامة</dc:title>
  <dc:subject>PptxGenJS Presentation</dc:subject>
  <dc:creator>PptxGenJS</dc:creator>
  <cp:lastModifiedBy>Lenovo</cp:lastModifiedBy>
  <cp:revision>1</cp:revision>
  <dcterms:created xsi:type="dcterms:W3CDTF">2026-05-06T22:16:05Z</dcterms:created>
  <dcterms:modified xsi:type="dcterms:W3CDTF">2026-05-06T22:36:54Z</dcterms:modified>
</cp:coreProperties>
</file>