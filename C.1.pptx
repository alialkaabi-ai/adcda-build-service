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7" d="100"/>
          <a:sy n="97" d="100"/>
        </p:scale>
        <p:origin x="115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6288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10" Type="http://schemas.openxmlformats.org/officeDocument/2006/relationships/image" Target="../media/image4.png"/><Relationship Id="rId4" Type="http://schemas.openxmlformats.org/officeDocument/2006/relationships/image" Target="../media/image2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4.png"/><Relationship Id="rId3" Type="http://schemas.openxmlformats.org/officeDocument/2006/relationships/image" Target="../media/image1.png"/><Relationship Id="rId7" Type="http://schemas.openxmlformats.org/officeDocument/2006/relationships/image" Target="../media/image12.png"/><Relationship Id="rId12" Type="http://schemas.openxmlformats.org/officeDocument/2006/relationships/image" Target="../media/image1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11" Type="http://schemas.openxmlformats.org/officeDocument/2006/relationships/image" Target="../media/image16.png"/><Relationship Id="rId5" Type="http://schemas.openxmlformats.org/officeDocument/2006/relationships/image" Target="../media/image10.png"/><Relationship Id="rId10" Type="http://schemas.openxmlformats.org/officeDocument/2006/relationships/image" Target="../media/image15.png"/><Relationship Id="rId4" Type="http://schemas.openxmlformats.org/officeDocument/2006/relationships/image" Target="../media/image2.png"/><Relationship Id="rId9" Type="http://schemas.openxmlformats.org/officeDocument/2006/relationships/image" Target="../media/image1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.png"/><Relationship Id="rId7" Type="http://schemas.openxmlformats.org/officeDocument/2006/relationships/image" Target="../media/image19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11" Type="http://schemas.openxmlformats.org/officeDocument/2006/relationships/image" Target="../media/image22.png"/><Relationship Id="rId5" Type="http://schemas.openxmlformats.org/officeDocument/2006/relationships/image" Target="../media/image13.png"/><Relationship Id="rId10" Type="http://schemas.openxmlformats.org/officeDocument/2006/relationships/image" Target="../media/image17.png"/><Relationship Id="rId4" Type="http://schemas.openxmlformats.org/officeDocument/2006/relationships/image" Target="../media/image2.png"/><Relationship Id="rId9" Type="http://schemas.openxmlformats.org/officeDocument/2006/relationships/image" Target="../media/image2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.png"/><Relationship Id="rId7" Type="http://schemas.openxmlformats.org/officeDocument/2006/relationships/image" Target="../media/image18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11" Type="http://schemas.openxmlformats.org/officeDocument/2006/relationships/image" Target="../media/image25.png"/><Relationship Id="rId5" Type="http://schemas.openxmlformats.org/officeDocument/2006/relationships/image" Target="../media/image19.png"/><Relationship Id="rId10" Type="http://schemas.openxmlformats.org/officeDocument/2006/relationships/image" Target="../media/image14.png"/><Relationship Id="rId4" Type="http://schemas.openxmlformats.org/officeDocument/2006/relationships/image" Target="../media/image2.png"/><Relationship Id="rId9" Type="http://schemas.openxmlformats.org/officeDocument/2006/relationships/image" Target="../media/image2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.png"/><Relationship Id="rId7" Type="http://schemas.openxmlformats.org/officeDocument/2006/relationships/image" Target="../media/image27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11" Type="http://schemas.openxmlformats.org/officeDocument/2006/relationships/image" Target="../media/image25.png"/><Relationship Id="rId5" Type="http://schemas.openxmlformats.org/officeDocument/2006/relationships/image" Target="../media/image26.png"/><Relationship Id="rId10" Type="http://schemas.openxmlformats.org/officeDocument/2006/relationships/image" Target="../media/image29.png"/><Relationship Id="rId4" Type="http://schemas.openxmlformats.org/officeDocument/2006/relationships/image" Target="../media/image2.png"/><Relationship Id="rId9" Type="http://schemas.openxmlformats.org/officeDocument/2006/relationships/image" Target="../media/image28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.png"/><Relationship Id="rId7" Type="http://schemas.openxmlformats.org/officeDocument/2006/relationships/image" Target="../media/image13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11" Type="http://schemas.openxmlformats.org/officeDocument/2006/relationships/image" Target="../media/image25.png"/><Relationship Id="rId5" Type="http://schemas.openxmlformats.org/officeDocument/2006/relationships/image" Target="../media/image15.png"/><Relationship Id="rId10" Type="http://schemas.openxmlformats.org/officeDocument/2006/relationships/image" Target="../media/image31.png"/><Relationship Id="rId4" Type="http://schemas.openxmlformats.org/officeDocument/2006/relationships/image" Target="../media/image2.png"/><Relationship Id="rId9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1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11" Type="http://schemas.openxmlformats.org/officeDocument/2006/relationships/image" Target="../media/image4.png"/><Relationship Id="rId5" Type="http://schemas.openxmlformats.org/officeDocument/2006/relationships/image" Target="../media/image18.png"/><Relationship Id="rId10" Type="http://schemas.openxmlformats.org/officeDocument/2006/relationships/image" Target="../media/image25.png"/><Relationship Id="rId4" Type="http://schemas.openxmlformats.org/officeDocument/2006/relationships/image" Target="../media/image2.png"/><Relationship Id="rId9" Type="http://schemas.openxmlformats.org/officeDocument/2006/relationships/image" Target="../media/image3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.png"/><Relationship Id="rId7" Type="http://schemas.openxmlformats.org/officeDocument/2006/relationships/image" Target="../media/image22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11" Type="http://schemas.openxmlformats.org/officeDocument/2006/relationships/image" Target="../media/image25.png"/><Relationship Id="rId5" Type="http://schemas.openxmlformats.org/officeDocument/2006/relationships/image" Target="../media/image16.png"/><Relationship Id="rId10" Type="http://schemas.openxmlformats.org/officeDocument/2006/relationships/image" Target="../media/image26.png"/><Relationship Id="rId4" Type="http://schemas.openxmlformats.org/officeDocument/2006/relationships/image" Target="../media/image2.png"/><Relationship Id="rId9" Type="http://schemas.openxmlformats.org/officeDocument/2006/relationships/image" Target="../media/image34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1.png"/><Relationship Id="rId7" Type="http://schemas.openxmlformats.org/officeDocument/2006/relationships/image" Target="../media/image37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png"/><Relationship Id="rId11" Type="http://schemas.openxmlformats.org/officeDocument/2006/relationships/image" Target="../media/image38.png"/><Relationship Id="rId5" Type="http://schemas.openxmlformats.org/officeDocument/2006/relationships/image" Target="../media/image35.png"/><Relationship Id="rId10" Type="http://schemas.openxmlformats.org/officeDocument/2006/relationships/image" Target="../media/image18.png"/><Relationship Id="rId4" Type="http://schemas.openxmlformats.org/officeDocument/2006/relationships/image" Target="../media/image2.png"/><Relationship Id="rId9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19.png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17236" y="1325880"/>
            <a:ext cx="1554480" cy="1554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91556" y="1691640"/>
            <a:ext cx="1005840" cy="77724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65760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4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في الحدائق العامة</a:t>
            </a:r>
            <a:endParaRPr lang="en-US" sz="4000" dirty="0"/>
          </a:p>
        </p:txBody>
      </p:sp>
      <p:sp>
        <p:nvSpPr>
          <p:cNvPr id="11" name="Text 6"/>
          <p:cNvSpPr/>
          <p:nvPr/>
        </p:nvSpPr>
        <p:spPr>
          <a:xfrm>
            <a:off x="457200" y="45262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8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استمتاع آمن… وسلوك مسؤول</a:t>
            </a:r>
            <a:endParaRPr lang="en-US" sz="1800" dirty="0"/>
          </a:p>
        </p:txBody>
      </p:sp>
      <p:sp>
        <p:nvSpPr>
          <p:cNvPr id="12" name="Shape 7"/>
          <p:cNvSpPr/>
          <p:nvPr/>
        </p:nvSpPr>
        <p:spPr>
          <a:xfrm>
            <a:off x="5637276" y="49834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1188720" y="5257800"/>
            <a:ext cx="978408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i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"الحدائق العامة وُجدت للترفيه، والالتزام بإرشادات السلامة يحافظ على سلامة الجميع"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5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7" name="Text 1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C.1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نهتم بالسلامة في الحدائق العامة؟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تستقبل أفرادًا من مختلف الأعمار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25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1065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3876" y="3200400"/>
            <a:ext cx="457200" cy="4572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859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516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الأطفال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16636" y="4572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والأسرة من الإصابات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2711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3351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9876" y="3200400"/>
            <a:ext cx="457200" cy="45720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3145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2802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تقليل السقوط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2802636" y="4572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والانزلاق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4997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5637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65876" y="3200400"/>
            <a:ext cx="457200" cy="457200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5431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5088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الوقاية من الحرائق</a:t>
            </a:r>
            <a:endParaRPr lang="en-US" sz="1400" dirty="0"/>
          </a:p>
        </p:txBody>
      </p:sp>
      <p:sp>
        <p:nvSpPr>
          <p:cNvPr id="27" name="Text 20"/>
          <p:cNvSpPr/>
          <p:nvPr/>
        </p:nvSpPr>
        <p:spPr>
          <a:xfrm>
            <a:off x="5088636" y="4572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المرافق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7283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7923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51876" y="3200400"/>
            <a:ext cx="457200" cy="457200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7717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2" name="Text 24"/>
          <p:cNvSpPr/>
          <p:nvPr/>
        </p:nvSpPr>
        <p:spPr>
          <a:xfrm>
            <a:off x="7374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المرافق</a:t>
            </a:r>
            <a:endParaRPr lang="en-US" sz="1400" dirty="0"/>
          </a:p>
        </p:txBody>
      </p:sp>
      <p:sp>
        <p:nvSpPr>
          <p:cNvPr id="33" name="Text 25"/>
          <p:cNvSpPr/>
          <p:nvPr/>
        </p:nvSpPr>
        <p:spPr>
          <a:xfrm>
            <a:off x="7374636" y="4572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والمحافظة على النظافة</a:t>
            </a:r>
            <a:endParaRPr lang="en-US" sz="1100" dirty="0"/>
          </a:p>
        </p:txBody>
      </p:sp>
      <p:sp>
        <p:nvSpPr>
          <p:cNvPr id="34" name="Shape 26"/>
          <p:cNvSpPr/>
          <p:nvPr/>
        </p:nvSpPr>
        <p:spPr>
          <a:xfrm>
            <a:off x="9569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7"/>
          <p:cNvSpPr/>
          <p:nvPr/>
        </p:nvSpPr>
        <p:spPr>
          <a:xfrm>
            <a:off x="10209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37876" y="3200400"/>
            <a:ext cx="457200" cy="457200"/>
          </a:xfrm>
          <a:prstGeom prst="rect">
            <a:avLst/>
          </a:prstGeom>
        </p:spPr>
      </p:pic>
      <p:sp>
        <p:nvSpPr>
          <p:cNvPr id="37" name="Shape 28"/>
          <p:cNvSpPr/>
          <p:nvPr/>
        </p:nvSpPr>
        <p:spPr>
          <a:xfrm>
            <a:off x="10003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8" name="Text 29"/>
          <p:cNvSpPr/>
          <p:nvPr/>
        </p:nvSpPr>
        <p:spPr>
          <a:xfrm>
            <a:off x="9660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السلوك الحضاري</a:t>
            </a:r>
            <a:endParaRPr lang="en-US" sz="1400" dirty="0"/>
          </a:p>
        </p:txBody>
      </p:sp>
      <p:sp>
        <p:nvSpPr>
          <p:cNvPr id="39" name="Text 30"/>
          <p:cNvSpPr/>
          <p:nvPr/>
        </p:nvSpPr>
        <p:spPr>
          <a:xfrm>
            <a:off x="9660636" y="4572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والمسؤول</a:t>
            </a:r>
            <a:endParaRPr lang="en-US" sz="1100" dirty="0"/>
          </a:p>
        </p:txBody>
      </p:sp>
      <p:sp>
        <p:nvSpPr>
          <p:cNvPr id="40" name="Shape 31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1" name="Text 32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الاستمتاع بالمكان يبدأ من احترام تعليمات السلامة</a:t>
            </a:r>
            <a:endParaRPr lang="ar-AE" sz="1200" dirty="0"/>
          </a:p>
        </p:txBody>
      </p:sp>
      <p:sp>
        <p:nvSpPr>
          <p:cNvPr id="42" name="Shape 33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3" name="Image 7" descr="/home/claude/assets/social_icon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4" name="Shape 34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5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6" name="Shape 36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7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8" name="Shape 38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9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0" name="Shape 40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1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C.1</a:t>
            </a:r>
            <a:endParaRPr lang="en-US" sz="1000" dirty="0"/>
          </a:p>
        </p:txBody>
      </p:sp>
      <p:sp>
        <p:nvSpPr>
          <p:cNvPr id="52" name="Shape 42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3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أبرز المخاطر في الحدائق العامة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ازدحام واستخدام غير صحيح وتجاهل للتعليمات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37947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6235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310896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8531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سقوط الأطفال من الألعاب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25983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44271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25596" y="310896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26567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الجري والتدافع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0896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ألعاب لفئات غير مناسبة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902055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20343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86316" y="310896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1002639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أطفال دون مراقبة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7947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56235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5236" y="457200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138531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أرضيات مبللة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325983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344271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25596" y="457200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426567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شواء بأماكن غير مخصصة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614019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632307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05956" y="457200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714603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رمي المخلفات والزجاج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902055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9" name="Shape 28"/>
          <p:cNvSpPr/>
          <p:nvPr/>
        </p:nvSpPr>
        <p:spPr>
          <a:xfrm>
            <a:off x="920343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40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386316" y="4572000"/>
            <a:ext cx="320040" cy="320040"/>
          </a:xfrm>
          <a:prstGeom prst="rect">
            <a:avLst/>
          </a:prstGeom>
        </p:spPr>
      </p:pic>
      <p:sp>
        <p:nvSpPr>
          <p:cNvPr id="41" name="Text 29"/>
          <p:cNvSpPr/>
          <p:nvPr/>
        </p:nvSpPr>
        <p:spPr>
          <a:xfrm>
            <a:off x="1002639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الاقتراب من الصيانة</a:t>
            </a:r>
            <a:endParaRPr lang="en-US" sz="1300" dirty="0"/>
          </a:p>
        </p:txBody>
      </p:sp>
      <p:sp>
        <p:nvSpPr>
          <p:cNvPr id="42" name="Shape 30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معظم مخاطر الحدائق يمكن تجنبها بالمراقبة والانتباه والالتزام</a:t>
            </a:r>
            <a:endParaRPr lang="ar-AE" sz="1200" dirty="0"/>
          </a:p>
        </p:txBody>
      </p:sp>
      <p:sp>
        <p:nvSpPr>
          <p:cNvPr id="44" name="Shape 3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10" descr="/home/claude/assets/social_icons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3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3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3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3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C.1</a:t>
            </a:r>
            <a:endParaRPr lang="en-US" sz="1000" dirty="0"/>
          </a:p>
        </p:txBody>
      </p:sp>
      <p:sp>
        <p:nvSpPr>
          <p:cNvPr id="54" name="Shape 4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مراقبة الأطفال في الحدائق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متابعة مستمرة في المناطق المزدحمة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راقبهم باستمرار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تتركهم بمفردهم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لعبة مناسبة للعمر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علّمهم البقاء بقربك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نقطة لقاء واضحة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أبعدهم عن الصيانة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انشغال بالجوال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وجودك بقرب الطفل لا يكفي، المهم هو الانتباه المستمر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C.1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في مناطق الألعاب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استخدام صحيح يقلل الإصابات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ألعاب مناسبة للعمر والطول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انتظر الدور بهدوء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تدفع الآخرين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استخدمها بطريقتها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تقف أمام المراجيح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لعب على المبلل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عن المكسور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اللعب الآمن يجعل وقت الترفيه أكثر متعة للجميع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C.1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أثناء المشي والحركة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الممرات للحركة الآمنة المنظمة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امشِ بالممرات المخصصة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تركض بالمزدحم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انتبه للدراجات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حقائب بالمسارات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الإضاءة مساءً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انتبه للأرضيات غير المستوية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عن أي عائق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المسار الآمن والخالي من العوائق يحمي الجميع من التعثر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C.1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الوقاية من الحرائق في الحدائق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الشواء بأماكن غير مخصصة من المسببات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شواء بالأماكن المخصصة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نار قرب الأشجار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تتركها دون متابعة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أطفئ الفحم بالكامل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أعقاب على الأرض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الأطفال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عن دخان أو حريق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مصدر حرارة صغير قد يسبب حريقًا إذا لم يتم التعامل معه بحذر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C.1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الكهربائية والإنارة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إنارة خارجية ونوافير لا يُعبث بها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37947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6235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313182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8531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تلمس صناديق الكهرباء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21995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440283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5716" y="313182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522579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ابتعد عن التمديدات التالفة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806043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824331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26196" y="313182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906627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الأطفال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37947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56235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5236" y="468630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138531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توصيلات شخصية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421995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440283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85716" y="468630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522579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ابتعد عن الأجهزة قرب الماء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806043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824331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26196" y="468630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906627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عن رائحة الاحتراق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الكهرباء بالأماكن العامة لا يتم التعامل معها إلا من قبل المختصين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C.1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المحافظة على النظافة وسلامة المرافق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النظافة جزء من السلامة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حاويات المخلفات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زجاج أو حادة على الأرض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بقايا في مناطق اللعب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نظافة دورات المياه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تتلف معدات السلامة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أغراض في الممرات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عن أي تلف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المحافظة على الحديقة مسؤولية مشتركة بين جميع الزوار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C.1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من الحرارة والإجهاد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الأطفال وكبار السن أكثر تأثرًا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اشرب الماء بانتظام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تجنّب الشمس وقت الذروة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المظلة أو القبعة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راحة بأماكن مظللة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راقب علامات التعب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 الأطفال بالمركبة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اطلب المساعدة عند الأعراض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الاستمتاع في الخارج يحتاج إلى ترطيب وراحة وانتباه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C.1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عند فقدان طفل أو الانفصال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تصرف بهدوء وبسرعة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حافظ على الهدوء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توجه لأقرب مسؤول أو نقطة أمنية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 الطفل يبحث وحده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علّم الأطفال طلب المساعدة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اتفق على نقطة لقاء عند الدخول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احفظ رقم تواصل لدى الطفل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الجهات إذا استمر الفقدان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الاتفاق المسبق على نقطة لقاء يقلل الارتباك عند الانفصال</a:t>
            </a:r>
            <a:endParaRPr lang="ar-AE" sz="1200" dirty="0"/>
          </a:p>
        </p:txBody>
      </p:sp>
      <p:sp>
        <p:nvSpPr>
          <p:cNvPr id="40" name="Shape 3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4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C.1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تفعل عند حدوث إصابة أو طارئ؟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تصرف بهدوء واطلب المساعدة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حافظ على الهدوء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المصاب عن الخطر بأمان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تحركه عند إصابة قوية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مسؤول الحديقة أو الأمن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في الحالات الخطيرة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امنع التجمع حول المصاب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تعليمات الطوارئ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المساعدة الصحيحة تبدأ بالإبلاغ وعدم التصرف العشوائي</a:t>
            </a:r>
            <a:endParaRPr lang="ar-AE" sz="1200" dirty="0"/>
          </a:p>
        </p:txBody>
      </p:sp>
      <p:sp>
        <p:nvSpPr>
          <p:cNvPr id="40" name="Shape 3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4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C.1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ولا تفعل في الحدائق العامة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ممارسات صحيحة وأخرى يجب تجنّبها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153912" y="2606040"/>
            <a:ext cx="5577840" cy="50292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 ✓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11320272" y="3319272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11320272" y="3319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6336792" y="3246120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راقب الأطفال باستمرار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1320272" y="384048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11320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6336792" y="3767328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ألعاب حسب الفئة العمرية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1320272" y="4361688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11320272" y="43616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6336792" y="4288536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التزم بالممرات والتعليمات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1320272" y="488289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11320272" y="48828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6336792" y="4809744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شواء بالأماكن المخصصة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1320272" y="5404104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1320272" y="5404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6336792" y="5330952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حافظ على النظافة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1320272" y="5925312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11320272" y="59253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6336792" y="5852160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عن أي خطر أو تلف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457200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457200" y="2606040"/>
            <a:ext cx="557784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33" name="Text 29"/>
          <p:cNvSpPr/>
          <p:nvPr/>
        </p:nvSpPr>
        <p:spPr>
          <a:xfrm>
            <a:off x="640080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تفعل  ✕</a:t>
            </a:r>
            <a:endParaRPr lang="en-US" sz="1800" dirty="0"/>
          </a:p>
        </p:txBody>
      </p:sp>
      <p:sp>
        <p:nvSpPr>
          <p:cNvPr id="34" name="Shape 30"/>
          <p:cNvSpPr/>
          <p:nvPr/>
        </p:nvSpPr>
        <p:spPr>
          <a:xfrm>
            <a:off x="5623560" y="3319272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5623560" y="3319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36" name="Text 32"/>
          <p:cNvSpPr/>
          <p:nvPr/>
        </p:nvSpPr>
        <p:spPr>
          <a:xfrm>
            <a:off x="640080" y="3246120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أطفال دون إشراف</a:t>
            </a:r>
            <a:endParaRPr lang="en-US" sz="1300" dirty="0"/>
          </a:p>
        </p:txBody>
      </p:sp>
      <p:sp>
        <p:nvSpPr>
          <p:cNvPr id="37" name="Shape 33"/>
          <p:cNvSpPr/>
          <p:nvPr/>
        </p:nvSpPr>
        <p:spPr>
          <a:xfrm>
            <a:off x="5623560" y="384048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5623560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39" name="Text 35"/>
          <p:cNvSpPr/>
          <p:nvPr/>
        </p:nvSpPr>
        <p:spPr>
          <a:xfrm>
            <a:off x="640080" y="3767328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تركض أو تدفع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5623560" y="4361688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5623560" y="43616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42" name="Text 38"/>
          <p:cNvSpPr/>
          <p:nvPr/>
        </p:nvSpPr>
        <p:spPr>
          <a:xfrm>
            <a:off x="640080" y="4288536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نار بأماكن غير مخصصة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5623560" y="488289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5623560" y="48828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45" name="Text 41"/>
          <p:cNvSpPr/>
          <p:nvPr/>
        </p:nvSpPr>
        <p:spPr>
          <a:xfrm>
            <a:off x="640080" y="4809744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تعبث بالكهرباء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5623560" y="5404104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7" name="Text 43"/>
          <p:cNvSpPr/>
          <p:nvPr/>
        </p:nvSpPr>
        <p:spPr>
          <a:xfrm>
            <a:off x="5623560" y="5404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48" name="Text 44"/>
          <p:cNvSpPr/>
          <p:nvPr/>
        </p:nvSpPr>
        <p:spPr>
          <a:xfrm>
            <a:off x="640080" y="5330952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زجاج أو مخلفات</a:t>
            </a:r>
            <a:endParaRPr lang="en-US" sz="1300" dirty="0"/>
          </a:p>
        </p:txBody>
      </p:sp>
      <p:sp>
        <p:nvSpPr>
          <p:cNvPr id="49" name="Shape 45"/>
          <p:cNvSpPr/>
          <p:nvPr/>
        </p:nvSpPr>
        <p:spPr>
          <a:xfrm>
            <a:off x="5623560" y="5925312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5623560" y="59253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51" name="Text 47"/>
          <p:cNvSpPr/>
          <p:nvPr/>
        </p:nvSpPr>
        <p:spPr>
          <a:xfrm>
            <a:off x="640080" y="5852160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تتجاهل علامات التعب</a:t>
            </a:r>
            <a:endParaRPr lang="en-US" sz="1300" dirty="0"/>
          </a:p>
        </p:txBody>
      </p:sp>
      <p:sp>
        <p:nvSpPr>
          <p:cNvPr id="52" name="Shape 4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53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54" name="Shape 4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5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56" name="Shape 5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7" name="Text 5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8" name="Shape 5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9" name="Text 5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60" name="Shape 5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1" name="Text 5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C.1</a:t>
            </a:r>
            <a:endParaRPr lang="en-US" sz="1000" dirty="0"/>
          </a:p>
        </p:txBody>
      </p:sp>
      <p:sp>
        <p:nvSpPr>
          <p:cNvPr id="62" name="Shape 5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3" name="Text 5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سيناريوهات تفاعلية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تطبيق عملي لما تعلمته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336792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1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7525512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لعبة مكسورة في منطقة الأطفال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336792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473952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امنع الأطفال من استخدامها وأبلغ مسؤول الحديقة</a:t>
            </a:r>
            <a:endParaRPr lang="ar-AE" sz="1200" dirty="0"/>
          </a:p>
        </p:txBody>
      </p:sp>
      <p:sp>
        <p:nvSpPr>
          <p:cNvPr id="16" name="Shape 12"/>
          <p:cNvSpPr/>
          <p:nvPr/>
        </p:nvSpPr>
        <p:spPr>
          <a:xfrm>
            <a:off x="457200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0080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8" name="Text 14"/>
          <p:cNvSpPr/>
          <p:nvPr/>
        </p:nvSpPr>
        <p:spPr>
          <a:xfrm>
            <a:off x="640080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2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828800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طفل انفصل عن أسرته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640080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777240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الأمن أو المسؤول فورًا، لا تتركه يبحث وحده</a:t>
            </a:r>
            <a:endParaRPr lang="ar-AE" sz="1200" dirty="0"/>
          </a:p>
        </p:txBody>
      </p:sp>
      <p:sp>
        <p:nvSpPr>
          <p:cNvPr id="22" name="Shape 18"/>
          <p:cNvSpPr/>
          <p:nvPr/>
        </p:nvSpPr>
        <p:spPr>
          <a:xfrm>
            <a:off x="6153912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6336792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6336792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3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7525512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شخص يستخدم الشواية قرب الأشجار</a:t>
            </a:r>
            <a:endParaRPr 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6336792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473952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نبهه للمنطقة المخصصة أو أبلغ المسؤول</a:t>
            </a:r>
            <a:endParaRPr lang="ar-AE" sz="1200" dirty="0"/>
          </a:p>
        </p:txBody>
      </p:sp>
      <p:sp>
        <p:nvSpPr>
          <p:cNvPr id="28" name="Shape 24"/>
          <p:cNvSpPr/>
          <p:nvPr/>
        </p:nvSpPr>
        <p:spPr>
          <a:xfrm>
            <a:off x="457200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640080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30" name="Text 26"/>
          <p:cNvSpPr/>
          <p:nvPr/>
        </p:nvSpPr>
        <p:spPr>
          <a:xfrm>
            <a:off x="640080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4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828800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تمديدات كهربائية مكشوفة قرب ممر</a:t>
            </a:r>
            <a:endParaRPr lang="en-US" sz="1400" dirty="0"/>
          </a:p>
        </p:txBody>
      </p:sp>
      <p:sp>
        <p:nvSpPr>
          <p:cNvPr id="32" name="Shape 28"/>
          <p:cNvSpPr/>
          <p:nvPr/>
        </p:nvSpPr>
        <p:spPr>
          <a:xfrm>
            <a:off x="640080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777240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ابتعد عنها وأبلغ المسؤولين فورًا</a:t>
            </a:r>
            <a:endParaRPr lang="ar-AE" sz="1200" dirty="0"/>
          </a:p>
        </p:txBody>
      </p:sp>
      <p:sp>
        <p:nvSpPr>
          <p:cNvPr id="34" name="Shape 3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6" name="Shape 3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0" name="Shape 3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2" name="Shape 3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C.1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اختبر معلوماتك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أسئلة سريعة لتقييم فهمك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57200" y="2606040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201400" y="2706624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2770632"/>
            <a:ext cx="237744" cy="23774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40080" y="2651760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س1: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يجوز ترك الأطفال دون مراقبة في الألعاب؟</a:t>
            </a:r>
            <a:endParaRPr lang="ar-AE" sz="1300" dirty="0"/>
          </a:p>
        </p:txBody>
      </p:sp>
      <p:sp>
        <p:nvSpPr>
          <p:cNvPr id="14" name="Text 9"/>
          <p:cNvSpPr/>
          <p:nvPr/>
        </p:nvSpPr>
        <p:spPr>
          <a:xfrm>
            <a:off x="640080" y="2898648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لا، يجب مراقبتهم باستمرار</a:t>
            </a:r>
            <a:endParaRPr lang="ar-AE" sz="1100" dirty="0"/>
          </a:p>
        </p:txBody>
      </p:sp>
      <p:sp>
        <p:nvSpPr>
          <p:cNvPr id="15" name="Shape 10"/>
          <p:cNvSpPr/>
          <p:nvPr/>
        </p:nvSpPr>
        <p:spPr>
          <a:xfrm>
            <a:off x="457200" y="3209544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11201400" y="3310128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3374136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40080" y="3255264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س2: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تفعل إذا وجدت لعبة مكسورة؟</a:t>
            </a:r>
            <a:endParaRPr lang="ar-AE" sz="1300" dirty="0"/>
          </a:p>
        </p:txBody>
      </p:sp>
      <p:sp>
        <p:nvSpPr>
          <p:cNvPr id="19" name="Text 13"/>
          <p:cNvSpPr/>
          <p:nvPr/>
        </p:nvSpPr>
        <p:spPr>
          <a:xfrm>
            <a:off x="640080" y="3502152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أتجنب استخدامها وأبلغ مسؤول الحديقة</a:t>
            </a:r>
            <a:endParaRPr lang="ar-AE" sz="1100" dirty="0"/>
          </a:p>
        </p:txBody>
      </p:sp>
      <p:sp>
        <p:nvSpPr>
          <p:cNvPr id="20" name="Shape 14"/>
          <p:cNvSpPr/>
          <p:nvPr/>
        </p:nvSpPr>
        <p:spPr>
          <a:xfrm>
            <a:off x="457200" y="3813048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11201400" y="3913632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3977640"/>
            <a:ext cx="237744" cy="23774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640080" y="3858768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س3: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أين يتم استخدام الشوايات؟</a:t>
            </a:r>
            <a:endParaRPr lang="ar-AE" sz="1300" dirty="0"/>
          </a:p>
        </p:txBody>
      </p:sp>
      <p:sp>
        <p:nvSpPr>
          <p:cNvPr id="24" name="Text 17"/>
          <p:cNvSpPr/>
          <p:nvPr/>
        </p:nvSpPr>
        <p:spPr>
          <a:xfrm>
            <a:off x="640080" y="4105656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الأماكن المخصصة فقط</a:t>
            </a:r>
            <a:endParaRPr lang="ar-AE" sz="1100" dirty="0"/>
          </a:p>
        </p:txBody>
      </p:sp>
      <p:sp>
        <p:nvSpPr>
          <p:cNvPr id="25" name="Shape 18"/>
          <p:cNvSpPr/>
          <p:nvPr/>
        </p:nvSpPr>
        <p:spPr>
          <a:xfrm>
            <a:off x="457200" y="4416552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11201400" y="4517136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4581144"/>
            <a:ext cx="237744" cy="237744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640080" y="4462272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س4: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نحافظ على الممرات خالية؟</a:t>
            </a:r>
            <a:endParaRPr lang="ar-AE" sz="1300" dirty="0"/>
          </a:p>
        </p:txBody>
      </p:sp>
      <p:sp>
        <p:nvSpPr>
          <p:cNvPr id="29" name="Text 21"/>
          <p:cNvSpPr/>
          <p:nvPr/>
        </p:nvSpPr>
        <p:spPr>
          <a:xfrm>
            <a:off x="640080" y="4709160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لتقليل خطر التعثر وتسهيل الحركة</a:t>
            </a:r>
            <a:endParaRPr lang="ar-AE" sz="1100" dirty="0"/>
          </a:p>
        </p:txBody>
      </p:sp>
      <p:sp>
        <p:nvSpPr>
          <p:cNvPr id="30" name="Shape 22"/>
          <p:cNvSpPr/>
          <p:nvPr/>
        </p:nvSpPr>
        <p:spPr>
          <a:xfrm>
            <a:off x="457200" y="5020056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3"/>
          <p:cNvSpPr/>
          <p:nvPr/>
        </p:nvSpPr>
        <p:spPr>
          <a:xfrm>
            <a:off x="11201400" y="5120640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5184648"/>
            <a:ext cx="237744" cy="237744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640080" y="5065776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س5: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تفعل عند حدوث إصابة قوية؟</a:t>
            </a:r>
            <a:endParaRPr lang="ar-AE" sz="1300" dirty="0"/>
          </a:p>
        </p:txBody>
      </p:sp>
      <p:sp>
        <p:nvSpPr>
          <p:cNvPr id="34" name="Text 25"/>
          <p:cNvSpPr/>
          <p:nvPr/>
        </p:nvSpPr>
        <p:spPr>
          <a:xfrm>
            <a:off x="640080" y="5312664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أحرك المصاب وأبلغ المسؤول أو 999</a:t>
            </a:r>
            <a:endParaRPr lang="ar-AE" sz="1100" dirty="0"/>
          </a:p>
        </p:txBody>
      </p:sp>
      <p:sp>
        <p:nvSpPr>
          <p:cNvPr id="35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6" name="Image 7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7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8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9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0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1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2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3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4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C.1</a:t>
            </a:r>
            <a:endParaRPr lang="en-US" sz="1000" dirty="0"/>
          </a:p>
        </p:txBody>
      </p:sp>
      <p:sp>
        <p:nvSpPr>
          <p:cNvPr id="45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6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62956" y="1280160"/>
            <a:ext cx="1463040" cy="146304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7276" y="1691640"/>
            <a:ext cx="914400" cy="6858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47472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4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شكرًا لكم</a:t>
            </a:r>
            <a:endParaRPr lang="en-US" sz="4400" dirty="0"/>
          </a:p>
        </p:txBody>
      </p:sp>
      <p:sp>
        <p:nvSpPr>
          <p:cNvPr id="11" name="Text 6"/>
          <p:cNvSpPr/>
          <p:nvPr/>
        </p:nvSpPr>
        <p:spPr>
          <a:xfrm>
            <a:off x="457200" y="42976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7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في الحدائق العامة مسؤولية الجميع</a:t>
            </a:r>
            <a:endParaRPr lang="en-US" sz="1700" dirty="0"/>
          </a:p>
        </p:txBody>
      </p:sp>
      <p:sp>
        <p:nvSpPr>
          <p:cNvPr id="12" name="Shape 7"/>
          <p:cNvSpPr/>
          <p:nvPr/>
        </p:nvSpPr>
        <p:spPr>
          <a:xfrm>
            <a:off x="5637276" y="47548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457200" y="49834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راقب الأطفال • التزم بالتعليمات • ألعاب آمنة • نظافة • شواء بالمخصصة • 999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2286000" y="5440680"/>
            <a:ext cx="7589520" cy="685800"/>
          </a:xfrm>
          <a:prstGeom prst="roundRect">
            <a:avLst>
              <a:gd name="adj" fmla="val 6667"/>
            </a:avLst>
          </a:prstGeom>
          <a:solidFill>
            <a:srgbClr val="EEF3FA"/>
          </a:solidFill>
          <a:ln w="9525">
            <a:solidFill>
              <a:srgbClr val="0B4EA2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2286000" y="544068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i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"حديقة آمنة تعني تجربة أجمل للجميع"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7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C.1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نسق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1141</Words>
  <Application>Microsoft Office PowerPoint</Application>
  <PresentationFormat>شاشة عريضة</PresentationFormat>
  <Paragraphs>284</Paragraphs>
  <Slides>16</Slides>
  <Notes>16</Notes>
  <HiddenSlides>0</HiddenSlides>
  <MMClips>0</MMClips>
  <ScaleCrop>false</ScaleCrop>
  <HeadingPairs>
    <vt:vector size="6" baseType="variant">
      <vt:variant>
        <vt:lpstr>الخطوط المستخدمة</vt:lpstr>
      </vt:variant>
      <vt:variant>
        <vt:i4>3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16</vt:i4>
      </vt:variant>
    </vt:vector>
  </HeadingPairs>
  <TitlesOfParts>
    <vt:vector size="20" baseType="lpstr">
      <vt:lpstr>Arial</vt:lpstr>
      <vt:lpstr>Calibri</vt:lpstr>
      <vt:lpstr>Tajawal</vt:lpstr>
      <vt:lpstr>Office Theme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السلامة في الحدائق العامة</dc:title>
  <dc:subject>PptxGenJS Presentation</dc:subject>
  <dc:creator>PptxGenJS</dc:creator>
  <cp:lastModifiedBy>Lenovo</cp:lastModifiedBy>
  <cp:revision>1</cp:revision>
  <dcterms:created xsi:type="dcterms:W3CDTF">2026-05-06T22:16:05Z</dcterms:created>
  <dcterms:modified xsi:type="dcterms:W3CDTF">2026-05-06T22:36:54Z</dcterms:modified>
</cp:coreProperties>
</file>