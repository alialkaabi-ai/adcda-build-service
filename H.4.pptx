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5772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5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.png"/><Relationship Id="rId5" Type="http://schemas.openxmlformats.org/officeDocument/2006/relationships/image" Target="../media/image28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4.png"/><Relationship Id="rId5" Type="http://schemas.openxmlformats.org/officeDocument/2006/relationships/image" Target="../media/image25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.png"/><Relationship Id="rId5" Type="http://schemas.openxmlformats.org/officeDocument/2006/relationships/image" Target="../media/image34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35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4.png"/><Relationship Id="rId5" Type="http://schemas.openxmlformats.org/officeDocument/2006/relationships/image" Target="../media/image35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4.png"/><Relationship Id="rId5" Type="http://schemas.openxmlformats.org/officeDocument/2006/relationships/image" Target="../media/image32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7.png"/><Relationship Id="rId5" Type="http://schemas.openxmlformats.org/officeDocument/2006/relationships/image" Target="../media/image44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4.png"/><Relationship Id="rId5" Type="http://schemas.openxmlformats.org/officeDocument/2006/relationships/image" Target="../media/image24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0.png"/><Relationship Id="rId5" Type="http://schemas.openxmlformats.org/officeDocument/2006/relationships/image" Target="../media/image15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4.png"/><Relationship Id="rId5" Type="http://schemas.openxmlformats.org/officeDocument/2006/relationships/image" Target="../media/image16.png"/><Relationship Id="rId10" Type="http://schemas.openxmlformats.org/officeDocument/2006/relationships/image" Target="../media/image4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الإسعافات الأولية والتصرف وقت الطوارئ</a:t>
            </a:r>
            <a:endParaRPr lang="en-US" sz="30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للحجاج والمعتمرين — تصرف آمن حتى وصول المختصين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"الإسعافات الأولية لا تستبدل المختصين، بل تعني التصرف الآمن حتى وصولهم"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بالإسعافات الأولية؟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أولي يحمي المصاب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المصاب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تفاقم الحالة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الارتباك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بموقع الطوارئ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تسهيل وصول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المختصين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الفئات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المعرضة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تعزيز وعي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بالتصرف الصحيح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التصرفات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الخاطئة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الإسعافات الأولية لا تعني استبدال المختصين، بل التصرف الآمن حتى وصولهم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القاعدة الأساسية وقت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خطوات بسيطة ومنظمة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سلامة المكان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قيّم حالة المصاب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آمن ضمن معرفتك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الطوارئ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والتنظيم يساعدان على اتخاذ القرار الصحيح وقت الطوارئ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المكان قبل المساعدة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المخاطر أولًا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تدافع أو زحام شديد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مركبات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دخان أو حريق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أسلاك مكشوفة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أرضية زلقة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حرارة أو اختناق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سقوط أجسام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المكان غير آمن، ابتعد واطلب المساعدة عبر 999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تتصل برقم الطوارئ 999؟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تستدعي تدخلًا عاجلًا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الوعي أو ضعف الاستجابة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التنفس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شديد بالصدر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نزيف شديد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اشتباه بكسر خطير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حروق أو دخان أو حريق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ضربة شمس أو تشنجات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الشك في خطورة الحالة لا تنتظر — اتصل فورًا بـ 999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تقول عند الاتصال بالطوارئ؟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معلومات واضحة تسرّع الوصول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موقع الحالة بدقة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أقرب معلم واضح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نوع الحالة أو الإصابة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عدد المصابين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المصاب واعٍ ويتنفس؟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أخطار في المكان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رقم تواصل واضح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تحدث بهدوء، ولا تُنهِ المكالمة إلا إذا طُلب منك ذلك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المسعف والمرافقين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سلامتك جزء من التصرف الصحيح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تعرض نفسك للخطر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منطقة دخان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قفازات إن وجدت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ملامسة الدم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مساعدة من حولك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تدخّل لا تعرفه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يمكن مساعدة الآخرين إذا أصبحت أنت أيضًا مصابًا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طمأنة المصاب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نفسي يقلل الارتباك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تحدث بهدوء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أخبره أن المساعدة قادمة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إن كان آمنًا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تعطه وعودًا غير مؤكدة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خصوصيته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كلمة هادئة وتنظيم بسيط قد يخففان الخوف والارتباك وقت الطوارئ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الإجهاد الحراري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مبكر يمنع التطور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المجهود فورًا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لمكان مظلل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على الجلوس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ماء فقط للواعي القادر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تبريد آمن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حالته باستمرار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التدهور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علامات: تعب، دوخة، صداع، عطش شديد، تعرق، غثيان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ضربة الشمس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طارئة لا تحتمل الانتظار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للظل إن كان آمنًا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ابدأ تبريد الجسم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تهوية وكمادات باردة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لغير الواعي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والاستجابة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معه حتى المختصين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علامات: ارتباك، فقدان وعي، حرارة شديدة، تشنجات، تدهور سريع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السقوط أو الاشتباه بالكسر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حذر من تحريك المصاب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تستعجل تحريكه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اسأله عن مكان الألم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الوقوف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تعدل الطرف المصاب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الألم الشديد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إصابة الرأس والظهر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ألم الرأس أو الرقبة أو الظهر — لا تحرك المصاب إلا عند خطر مباشر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الجروح أو النزيف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آمن مع الإصابة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قفازات إن توفرت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اضغط بضماد نظيف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الدم مباشرة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تزل جسمًا عالقًا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مواد غير مخصصة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للنزيف الشديد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الآمن مع النزيف يبدأ بحماية المسعف وطلب المساعدة عند الحاجة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الإغماء أو الدوخة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على الراحة والمراقبة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على الجلوس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الزحام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وفر تهوية مناسبة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لغير الواعي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إن استمر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تعتبر الإغماء المتكرر أو الطويل أمرًا بسيطًا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ضيق التنفس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لا تحتمل التأخير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انقله لمكان أقل ازدحامًا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بوضع مريح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هدّئه واخفض التوتر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المشي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دواؤه الشخصي بمعرفته فقط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إن استمر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التنفس من العلامات التي تستدعي عدم التأخير في طلب المساعدة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التشنجات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 ومنع الإصابات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الأجسام الخطرة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تثبت حركته بالقوة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شيئًا في فمه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أو طعام بالحالة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الوقت والحالة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إن استمرت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احمِ رأسه من الإصابة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إدخال أي جسم في فم المصاب أثناء التشنج تصرف خاطئ وخطير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التسمم أو ابتلاع مادة خطرة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احتفظ بمصدر المعلومات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مصدر الخطر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التقيؤ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دون توجيه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اسم المادة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الطوارئ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حالات التسمم، معرفة المادة تساعد المختصين على التصرف الصحيح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حقيبة إسعافات بسيطة للحاج والمعتمر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أولي مع الإصابات البسيطة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ضمادات لاصقة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شاش معقم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قفازات طبية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مناديل مطهرة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رباط ضاغط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شخصية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بطاقة معلومات صحية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رقم الطوارئ 999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الحقيبة تساعد بالتصرف الأولي، لكنها لا تستبدل طلب المساعدة بالحالات الخطيرة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بطاقة المعلومات الصحية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تساعد المختصين عند الطوارئ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رقم تواصل المرافقين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اسم السكن أو المخيم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الأمراض المزمنة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الحساسية المعروفة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الأدوية المهمة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ملاحظات صحية ضرورية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بطاقة صغيرة قد تساعد على سرعة تقديم المساعدة المناسبة وقت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فقدان أحد أفراد المجموعة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منظم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تتحرك عشوائيًا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تواصل مع المشرفين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يبحث الأطفال وحدهم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احتفظ بمعلومات السكن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الرسمية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نقطة تجمع واضحة قبل التنقل يقلل الارتباك عند الانفصال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أخطاء يجب تجنبها وقت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تزيد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التجمهر حول المصاب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تصوير المصاب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تحريك المصاب بلا ضرورة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ماء لشخص غير واعٍ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بلا توجيه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وصفات شعبية للجروح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تأخير الاتصال بـ 999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المساعدة الصحيحة لا تكون بالاندفاع، بل بالهدوء والتصرف الآمن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سماع إنذار أو توجيه رسمي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التعليمات بهدوء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استمع للتوجيهات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تنشر شائعات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تحرك مع المسار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دون تعطيل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التعليمات الرسمية وقت الطوارئ يحميك ويحمي الآخرين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الإسعافات الأولية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بالحالات الخطيرة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طمئن المصاب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الإسعافات بحدود معرفتك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احمل بطاقة معلومات صحية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المختصين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تعرض نفسك للخطر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بلا ضرورة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أو طعام لغير الواعي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أدوية بلا توجيه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تجمهر أو تصور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وصفات غير مخصصة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تأخر طلب المساعدة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حاج شعر بدوخة شديدة وسط الزحام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 عن الزحام لمكان آمن، ساعده على الجلوس، وراقب حالته، واتصل بـ 999 عند التدهور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سقط ويشتكي من ألم شديد في الظهر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تحركه، أمّن المكان، أبعد المتجمهرين، واتصل فورًا بـ 999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فاقد الوعي وأحدهم يريد إعطاءه ماء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 إعطاءه الماء، اتصل بـ 999، وراقب التنفس حتى وصول المختصين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انطلق إنذار داخل السكن أو المخيم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التوجيه الرسمي، اترك الأغراض، تحرك بهدوء، وتوجه لنقطة التجمع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أول خطوة قبل مساعدة أي مصاب؟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التأكد من سلامة المكان وعدم وجود خطر على المسعف أو المصاب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يجب الاتصال بـ 999؟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فقدان الوعي، صعوبة التنفس، نزيف شديد، سقوط خطير، أو ضربة شمس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تحريك مصاب يشتكي من ألم شديد بالظهر؟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إلا عند خطر مباشر، ويجب طلب المساعدة فورًا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منع التجمهر حول المصاب؟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 يعيق التهوية ووصول المساعدة، ويزيد الارتباك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الوعي والهدوء وقت الطوارئ قد يصنعان فرقًا في حماية الأرواح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سلامتك أولًا • لا تحرك المصاب بلا ضرورة • لا تجمهر • اتصل بـ 999 عند الخطر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"الوعي والهدوء وقت الطوارئ قد يصنعان فرقًا في حماية الأرواح"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H.4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1806</Words>
  <Application>Microsoft Office PowerPoint</Application>
  <PresentationFormat>شاشة عريضة</PresentationFormat>
  <Paragraphs>452</Paragraphs>
  <Slides>25</Slides>
  <Notes>25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25</vt:i4>
      </vt:variant>
    </vt:vector>
  </HeadingPairs>
  <TitlesOfParts>
    <vt:vector size="29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الإسعافات الأولية والتصرف وقت الطوارئ</dc:title>
  <dc:subject>PptxGenJS Presentation</dc:subject>
  <dc:creator>هيئة أبوظبي للدفاع المدني</dc:creator>
  <cp:lastModifiedBy>Lenovo</cp:lastModifiedBy>
  <cp:revision>1</cp:revision>
  <dcterms:created xsi:type="dcterms:W3CDTF">2026-05-08T21:57:39Z</dcterms:created>
  <dcterms:modified xsi:type="dcterms:W3CDTF">2026-05-08T22:02:28Z</dcterms:modified>
</cp:coreProperties>
</file>