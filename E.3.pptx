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25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8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.png"/><Relationship Id="rId5" Type="http://schemas.openxmlformats.org/officeDocument/2006/relationships/image" Target="../media/image45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الإنعاش القلبي الرئوي CPR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 قد تنقذ حياة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"إجراء إسعافي مهم يُستخدم عند توقف التنفس الطبيعي أو عدم استجابة الشخص، ويهدف إلى دعم الدورة الدموية إلى حين وصول المختصين"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بالإنعاش القلبي الرئوي؟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الدقائق الأولى مهمة جدًا في الحالات الحرجة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المصاب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وصول المختصين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التأخر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الاستجابة الأولية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المجتمع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بالتصرف وقت الأزمات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تشجيع التدريب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والإسعافات المعتمدة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الموقف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بهدوء وثبات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مسؤولية مشتركة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بين أفراد المجتمع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مهارة مهمة، لكن التدريب العملي المعتمد ضروري لتطبيقها بثقة وبطريقة صحيحة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هو الإنعاش القلبي الرئوي CPR؟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ضغطات صدرية منتظمة لدعم الدورة الدموية مؤقتًا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الدورة الدموية مؤقتًا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تأخر الاستجابة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كسب وقت لوصول المختصين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إتاحة الفرصة لاستخدام AED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تنفس المصاب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ضمن حدود التدريب المعتمد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العرض توعوي ولا يغني عن التدريب العملي المعتمد على CPR والإسعافات الأولية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نحتاج CPR؟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التصرف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لا يستجيب عند المناداة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توجد حركة طبيعية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يوجد تنفس 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تنفس غير طبيعي يشبه اللهاث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مفاجئ مع فقدان الاستجابة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إيقاظه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يوجد تواصل أو إدراك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المكان، اطلب المساعدة فورًا، واتصل بـ 999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 قبل البدء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 من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المركبات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كهرباء مكشوفة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 أو وقود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زلقة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أو تدافع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أجسام حادة أو عوائق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تبدأ بالمساعدة إذا كان المكان غير آمن، واطلب المساعدة فورًا عبر 999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التصرف الأولي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وبترتيب واضح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استجابة المصاب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 قريب الاتصال بـ 999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جهاز AED إن توفر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وجود تنفس طبيعي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الضغطات الصدرية عند الحاجة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كنت غير مدرب، اتبع تعليمات موظف الطوارئ عبر الهاتف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بسرعة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خطوة أساسية ولا يجب تأخيرها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للموظف: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AED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التنفس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مستجيب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بدقة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الحالة بدقة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عمر المصاب التقريبي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يتنفس طبيعيًا؟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الأخطار في الموقع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تنهِ الاتصال إلا إذا طلب منك موظف الطوارئ ذلك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 من الاستجابة والتنفس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سريع لتحديد الحاجة للتصرف العاجل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نادِ المصاب بصوت واضح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وجود استجابة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 وجود تنفس طبيعي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تضيع وقتًا طويلًا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اللهاث ليس تنفسًا طبيعيًا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التنفس غير الطبيعي أو اللهاث لا يُعامل كتنفس طبيعي — اطلب المساعدة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الضغطات الصدرية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الجزء الأساسي في CPR لدعم تدفق الدم مؤقتًا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على سطح ثابت ومستوٍ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الضغطات في منتصف الصدر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ضغطات قوية ومنتظمة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دون سبب مهم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اسمح للصدر بالعودة بين الضغطات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999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البدء السريع بالضغطات الصدرية قد يكون أفضل من الانتظار دون فعل شيء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لغير المدربين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التدريب لا يمنعك من طلب المساعدة وتنظيم المكان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مكبر الصوت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خطوة بخطوة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نفّذ الضغطات إذا وُجّهت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AED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التدريب لا يمنعك من الاتصال وطلب المساعدة وتنظيم المكان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للمدربين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رعاية أكثر تنظيمًا وفق الدورة المعتمدة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ما تعلمته في التدريب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قيّم سلامة المكان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الضغطات عند الحاجة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AED عند توفره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 حتى وصول المختصين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التصرف خارج التدريب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وضع اليدين والإيقاع والعمق مهارات تطبيقية تحتاج تدريبًا عمليًا وليس شرحًا نظريًا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مزيل الرجفان AED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قد يكون متوفرًا في الأماكن العامة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AED إن كان متاحًا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الجهاز فور وصوله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الصوتية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عند توجيه الجهاز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عشوائيًا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تعليمات موظف 999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سيتم شرح استخدام جهاز AED بشكل أوسع في محور مستقل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نستمر ومتى نتوقف؟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الاستمرار مهم إلى أن تتغير الحالة أو تصل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83696" y="269290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283696" y="2692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260604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وصول فرق الاستجابة المختصة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283696" y="333298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283696" y="3332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324612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عودة التنفس الطبيعي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388620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283696" y="397306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283696" y="3973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388620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ظهور علامات استجابة واضحة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283696" y="461314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283696" y="46131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94360" y="452628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توجيهك بالتوقف من موظف 999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7200" y="516636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283696" y="5253228"/>
            <a:ext cx="329184" cy="329184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11283696" y="52532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94360" y="516636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الجسدية على الاستمرار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شعرت بالإرهاق ووُجد شخص مدرب آخر، يمكن التناوب بطريقة منظمة</a:t>
            </a:r>
            <a:endParaRPr lang="ar-AE" sz="1200" dirty="0"/>
          </a:p>
        </p:txBody>
      </p:sp>
      <p:sp>
        <p:nvSpPr>
          <p:cNvPr id="32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الأطفال والرضع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تدريبًا خاصًا لأن طريقة التعامل مختلفة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 ما لم تتدرب عليه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تهز الطفل أو الرضيع بعنف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 وأبعد التجمهر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هادئًا حتى وصول المختصين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للأطفال والرضع مهارة تحتاج إلى تدريب عملي معتمد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تأخر المساعدة أو زيادة الارتباك في الموقع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تأخر الاتصال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مكان غير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المصاب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الضغطات دون سبب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إعطاء ماء لشخص غير واعٍ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أو نشر الحالة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خطوات غير معروفة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يبدأ بالهدوء وطلب المساعدة وعدم الاجتهاد الخاطئ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الاستجابة بين الحاضرين يقلل الفوضى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AED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يقدم معلومات المصاب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مدرب يبدأ CPR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الموجودين يقلل الفوضى ويساعد المختصين عند وصولهم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وصول فرق الاستجابة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أفسح المجال وقدّم المعلومات المهمة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المصاب إن طلبوا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أخبرهم بما حدث بوضوح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متى بدأ فقدان الاستجابة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إن نُفّذ CPR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استخدام AED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تعليماتهم ولا تعرقل عملهم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وصول المختصين، دور الموجودين هو المساعدة في التنظيم وتقديم المعلومات فقط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الإنعاش القلبي الرئوي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استجابة المصاب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جهاز AED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الضغطات الصدرية عند الحاجة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أفسح المجال لفرق الاستجابة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مكانًا خطِرًا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تطعم شخصًا غير واعٍ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المصاب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CPR دون سبب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تطبق ما لم تتدرب عليه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المصاب أو تنشره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بالغ سقط فجأة ولا يستجيب ولا يتنفس طبيعيًا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المكان، اتصل بـ 999، اطلب AED، وابدأ الضغطات وفق التعليمات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أنت غير مدرب ورأيت شخصًا غير مستجيب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فورًا، شغّل مكبر الصوت، واتبع تعليمات الموظف خطوة بخطوة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يوجد جهاز AED قريب من موقع الحالة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أحضر الجهاز، شغّله، واتبع التعليمات الصوتية مع توجيهات موظف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تجمّع أشخاص حول المصاب وبدأوا بالتصوير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امنع التصوير، ووفّر مساحة للمصاب ولفرق الاستجابة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قبل مساعدة شخص غير مستجيب؟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المكان وعدم وجود خطر على المسعف أو المصاب أو الموجودين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الرقم الذي يجب الاتصال به عند حالة طارئة؟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فورًا بـ 999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نبدأ CPR بشكل عام؟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عندما يكون الشخص غير مستجيب ولا يتنفس طبيعيًا، مع طلب المساعدة فورًا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كنت غير مدرب على CPR؟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999، شغّل مكبر الصوت، واتبع تعليمات الموظف خطوة بخطوة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CPR مهارة إسعافية مهمة — التدريب العملي يعزز الثقة عند تطبيقها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المكان • اتصل بـ 999 • ابدأ الضغطات • استخدم AED • اتبع تعليمات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"تعلم CPR اليوم قد يجعلك سببًا في إنقاذ حياة غدًا"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Microsoft Office PowerPoint</Application>
  <PresentationFormat>شاشة عريضة</PresentationFormat>
  <Paragraphs>386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الإنعاش القلبي الرئوي CPR</dc:title>
  <dc:subject>PptxGenJS Presentation</dc:subject>
  <dc:creator>هيئة أبوظبي للدفاع المدني</dc:creator>
  <cp:lastModifiedBy>Lenovo</cp:lastModifiedBy>
  <cp:revision>1</cp:revision>
  <dcterms:created xsi:type="dcterms:W3CDTF">2026-05-07T18:49:31Z</dcterms:created>
  <dcterms:modified xsi:type="dcterms:W3CDTF">2026-05-07T18:50:51Z</dcterms:modified>
</cp:coreProperties>
</file>