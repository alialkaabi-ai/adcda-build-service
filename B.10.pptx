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534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.png"/><Relationship Id="rId5" Type="http://schemas.openxmlformats.org/officeDocument/2006/relationships/image" Target="../media/image27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36.png"/><Relationship Id="rId5" Type="http://schemas.openxmlformats.org/officeDocument/2006/relationships/image" Target="../media/image26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7.png"/><Relationship Id="rId10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12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27.png"/><Relationship Id="rId5" Type="http://schemas.openxmlformats.org/officeDocument/2006/relationships/image" Target="../media/image39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أول أكسيد الكربون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غاز لا يُرى… والوقاية منه ضرورة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"غاز عديم اللون والرائحة قد يشكل خطرًا صحيًا كبيرًا"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  <p:pic>
        <p:nvPicPr>
          <p:cNvPr id="27" name="صورة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9197" y="1122997"/>
            <a:ext cx="2143125" cy="21431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هو أول أكسيد الكربون؟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غاز سام ينتج من احتراق الوقود غير الكامل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لون له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يمكن رؤيته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رائحة له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يمكن شمّه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طعم له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يمكن تذوقه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ينتشر بصمت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الأماكن المغلقة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تأثير سريع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بتركيزات مرتفعة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خطورة أول أكسيد الكربون أنه قد يكون موجودًا دون أن يشعر به أحد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أول أكسيد الكربون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تعتمد على الاحتراق أو الوقود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المدافئ بالوقود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سخانات المياه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الفحم والشوايات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المولدات الكهربائية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المركبات في المرآب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أفران بخلل أو تهوية ضعيفة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تدفئة غير داخلية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جهاز يعمل بالاحتراق يحتاج إلى تهوية وصيانة واستخدام صحيح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يُعد أول أكسيد الكربون خطرًا؟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يقلل وصول الأكسجين للجسم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أعراض دون سبب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صحية واضح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سريع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للأطفال وكبار السن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النوم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التعرض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تراكم في المغلق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ضعيف التهوية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الحالات الشديدة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التهوية الجيدة وأجهزة الإنذار تساعد على اكتشاف الخطر مبكرًا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أعراض التعرض لأول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تتشابه مع التعب أو المرض العام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دوار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غثيان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تعب غير معتاد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ضيق في التنفس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تشوش في التركيز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ظهرت الأعراض على أكثر من فرد، أو تحسنت بالخروج، فقد يكون هناك 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إنذار 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تنبه مبكرًا عند مستوى 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ركّبها في مواقع مناسبة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المصنّع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اختبرها دوريًا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تغطّها أو تعطّلها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استبدل البطاريات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سماعها بالنوم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جهاز الإنذار لا يمنع الخطر، لكنه ينبهك للتصرف بسرعة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التهوية والصيانة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أهم وسائل الوقاية من تراكم الغاز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صيانة دورية للأجهزة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 فتحات التهوية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وقود مغلقة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فحم داخل المنزل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تشغيل المركبة بمرآب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تركيب من المختصين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عطل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التهوية مع وجود مصدر احتراق قد يؤدي إلى تراكم 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المولدات الكهربائية وأول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لاستخدام بحذر شديد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داخل المنزل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في المرآب أو المخزن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بمكان خارجي مهوّى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 عن النوافذ والأبواب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قرب أماكن النوم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المصنّع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تمديدات غير آمنة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 الخارجي قرب النوافذ قد يسمح بدخول الغاز إلى المنزل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الفحم والشوايات داخل الأماكن المغلقة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أخطر المسببات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فحم للتدفئة داخل المنزل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شوايات داخل الغرف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في الخيام المغلقة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229971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248259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6547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30555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 الفحم المشتعل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614019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632307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595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14603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إطفائه بالكامل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الفحم قد يستمر في إنتاج غازات خطرة حتى بعد انخفاض اللهب الظاهر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الاشتباه بوجود أول أكسيد الكربون؟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للخروج وطلب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 للهواء الطلق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تبقَ للبحث عن المصدر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جميع الموجودين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موقع آمن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قبل زوال الخطر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فحص الأجهزة من مختص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تعرّض نفسك لإنقاذ فاقد الوعي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السريع أهم من محاولة تحديد مصدر الغاز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للوقاية من 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أجهزة الإنذار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اختبرها دوريًا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تهوية مناسبة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صيانة الأجهزة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المولدات في الخارج فقط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عطل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فحم داخل المنزل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تشغيل المركبة بمرآب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مولد داخل المنزل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فتحات التهوية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صوت الإنذار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قبل التأكد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 الأكثر عرضة للمخاطر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يتأثرون بسرعة أكبر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أمراض تنفسية وقلبية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النساء الحوامل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الأشخاص النائمون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إنذارات في النوم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يجب أن تراعي احتياجات جميع أفراد الأسرة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انطلق إنذار أول أكسيد الكربون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 لموقع جيد التهوية، واتصل بالطوارئ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أحدهم يريد فحم بغرفة مغلقة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امنعه، ووضّح خطورة أول أكسيد الكربون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 قرب نافذة مفتوحة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لموقع خارجي بعيد عن النوافذ والأبواب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من فرد يشعر بصداع ودوار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للهواء الطلق فورًا وطلب المساعدة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يمكن رؤية أو شم أول أكسيد الكربون؟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فهو غاز عديم اللون والرائحة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الفحم للتدفئة داخل المنزل؟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لأنه قد ينتج غاز أول أكسيد الكربون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انطلاق الإنذار؟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أخرج إلى مكان جيد التهوية وأطلب المساعدة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يستخدم المولد الكهربائي؟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الخارج فقط، بعيدًا عن النوافذ والأبواب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نصيّن أجهزة التدفئة؟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لتقليل الأعطال والاحتراق غير الكامل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أول أكسيد الكربون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الإنذار • لا فحم بالداخل • مولد بالخارج • تهوية • لا تتجاهل الأعراض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من الخطر غير المرئي تبدأ بالوعي والإنذار المبكر"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B.10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  <p:pic>
        <p:nvPicPr>
          <p:cNvPr id="28" name="صورة 2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9197" y="1122997"/>
            <a:ext cx="2143125" cy="21431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1081</Words>
  <Application>Microsoft Office PowerPoint</Application>
  <PresentationFormat>شاشة عريضة</PresentationFormat>
  <Paragraphs>261</Paragraphs>
  <Slides>15</Slides>
  <Notes>15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15</vt:i4>
      </vt:variant>
    </vt:vector>
  </HeadingPairs>
  <TitlesOfParts>
    <vt:vector size="19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من أول أكسيد الكربون داخل المنزل</dc:title>
  <dc:subject>PptxGenJS Presentation</dc:subject>
  <dc:creator>PptxGenJS</dc:creator>
  <cp:lastModifiedBy>Lenovo</cp:lastModifiedBy>
  <cp:revision>2</cp:revision>
  <dcterms:created xsi:type="dcterms:W3CDTF">2026-05-06T17:54:08Z</dcterms:created>
  <dcterms:modified xsi:type="dcterms:W3CDTF">2026-05-06T18:00:04Z</dcterms:modified>
</cp:coreProperties>
</file>