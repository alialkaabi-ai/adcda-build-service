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432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29.png"/><Relationship Id="rId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.png"/><Relationship Id="rId5" Type="http://schemas.openxmlformats.org/officeDocument/2006/relationships/image" Target="../media/image30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4.png"/><Relationship Id="rId5" Type="http://schemas.openxmlformats.org/officeDocument/2006/relationships/image" Target="../media/image3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4.png"/><Relationship Id="rId5" Type="http://schemas.openxmlformats.org/officeDocument/2006/relationships/image" Target="../media/image22.png"/><Relationship Id="rId10" Type="http://schemas.openxmlformats.org/officeDocument/2006/relationships/image" Target="../media/image3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17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.png"/><Relationship Id="rId5" Type="http://schemas.openxmlformats.org/officeDocument/2006/relationships/image" Target="../media/image41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استخدام الدراجات الهوائية</a:t>
            </a:r>
            <a:endParaRPr lang="en-US" sz="34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استعداد قبل الانطلاق… والتزام أثناء القيادة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"الدراجة وسيلة مفيدة وصحية، وتحتاج إلى وعي والتزام بإجراءات السلامة لتقليل مخاطر السقوط والإصابات"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D.6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بسلامة الدراجات الهوائية؟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ثقافة الاستخدام الآمن تحمي الراكب ومن حوله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الإصابات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السقوط والكسور والجروح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الراكب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مخاطر الطريق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بالمسارات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المخصصة للدراجات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وعي الأطفال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والشباب بالاستخدام الآمن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المشاة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ومستخدمي الطريق الآخرين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تشجيع الرياضة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والتنقل الصحي الآمن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الدراجة الهوائية آمنة عندما يستخدمها الشخص بوعي وتجهيز والتزام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D.6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مخاطر استخدام الدراجات الهوائية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الاستعداد وعدم الالتزام يزيدان احتمالية الإصابات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السقوط بسبب فقدان التوازن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الاصطدام بمركبة أخرى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الاصطدام بالمشاة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إصابات لعدم ارتداء الخوذة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القيادة في أماكن غير آمنة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الرؤية ليلًا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الأجهزة أثناء القيادة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معظم المخاطر يمكن تقليلها بالخوذة والفحص والالتزام بالمسار والانتباه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معدات الحماية الأساسية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تقلل شدة الإصابة عند السقوط أو الاصطدام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الخوذة الواقية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القفازات لحماية اليدين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النظارات الواقية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الملابس العاكسة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الأحذية المناسبة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إضاءة وعواكس على الدراجة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الخوذة ليست خيارًا إضافيًا، بل وسيلة حماية أساسية عند استخدام الدراجة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D.6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الخوذة الواقية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تقلل خطر إصابات الرأس عند السقوط أو الاصطدام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1B873F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اختر خوذة مناسبة لمقاس الرأس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ثبّت الخوذة بإحكام دون إزعاج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خوذة مكسورة أو متضررة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استبدل الخوذة بعد ضربة قوية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تقُد دون خوذة حتى لمسافات قصيرة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شجّع الأطفال على ارتدائها دائمًا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إصابات الرأس قد تكون خطيرة، والوقاية تبدأ قبل ركوب الدراجة</a:t>
            </a:r>
            <a:endParaRPr lang="ar-AE" sz="1200" dirty="0"/>
          </a:p>
        </p:txBody>
      </p:sp>
      <p:sp>
        <p:nvSpPr>
          <p:cNvPr id="40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D.6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فحص الدراجة قبل الاستخدام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دقيقة من الفحص قد تمنع سقوطًا أو إصابة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الفرامل واستجابتها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ضغط الإطارات وعدم التشقق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ثبات المقعد والمقود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السلسلة وحركتها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أجزاء مفكوكة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المصابيح تعمل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العواكس واضحة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الفحص السريع قبل الانطلاق يساعد في اكتشاف الأعطال قبل أن تتحول إلى خطر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اختيار المكان المناسب للقيادة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المسار المخصص هو الخيار الأكثر أمانًا عند توفره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المسارات المخصصة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الطرق المزدحمة والسريعة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تقُد في أماكن غير مهيأة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المركبات الثقيلة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بالجانب الآمن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حذرًا في مناطق المشاة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المسار المخصص للدراجات هو الخيار الأكثر أمانًا عند توفره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D.6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بقواعد السير والمرور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احترام قواعد الطريق مثل أي وسيلة تنقل أخرى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بالإشارات المرورية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عكس اتجاه السير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إشارات اليد عند التغيير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الانتقال المفاجئ بين المسارات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الانتباه عند التقاطعات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 مسافة آمنة عن المشاة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القيادة بتهور أو سرعة عالية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بالقواعد يحمي مستخدم الدراجة ويحمي من حوله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D.6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إشارات اليد والتواصل مع الآخرين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تساعد الآخرين على معرفة نية راكب الدراجة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تغيير الاتجاه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التوقف أو التباطؤ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الانتقال بين المسارات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لتنبيه من خلفك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خلو الطريق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أشر بوضوح وقبل الحركة بوقت كافٍ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الإشارة لا تعني أن الطريق آمن — يجب التأكد بالنظر قبل الحركة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D.6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القيادة الليلية وضعف الرؤية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كلما كنت أكثر وضوحًا للآخرين، قلت احتمالية الحوادث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مصباحًا أماميًا وخلفيًا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ارتدِ ملابس عاكسة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عواكس على الدراجة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خفف السرعة في الإضاءة الضعيفة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الطرق غير المضاءة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للمشاة والعوائق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كلما كنت أكثر وضوحًا للآخرين، قلت احتمالية وقوع حادث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D.6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للأطفال واليافعين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إرشادات للأهل والمشرفين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 الطفل في مكان آمن أولًا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حجم الدراجة مناسب للعمر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إلزامية الخوذة ومعدات الحماية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ابتعاد عن الطرق المزدحمة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الأطفال في الحدائق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أجهزة إلكترونية أثناء القيادة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علّمه التوقف عند التقاطعات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تعليم الطفل السلوك الصحيح يحميه اليوم ويكوّن لديه عادة آمنة للمستقبل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التشتت أثناء قيادة الدراجة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ثوانٍ قليلة من التشتت قد تسبب سقوطًا أو اصطدامًا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4805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093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5389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الأجهزة الإلكترونية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4281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2569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857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4865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ارتداء سماعات تمنع الأصوات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3757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2045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33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4341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النظر المتكرر للخلف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234543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2528316" y="450342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119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35127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الانشغال بالحديث أو التصوير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614019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323076" y="450342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95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14603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حمل أغراض تعيق التحكم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في مكان آمن إذا احتجت لاستخدام جهاز قبل متابعة القيادة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D.6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الإجهاد والجفاف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اللياقة لا تعني تجاهل التعب — الراحة جزء من السلامة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اشرب كميات كافية من الماء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القيادة الطويلة في الشمس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خذ فترات راحة عند التعب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ارتدِ ملابس مناسبة للطقس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عند الدوخة الشديدة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خطط للمسار قبل الانطلاق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اللياقة لا تعني تجاهل التعب — الراحة جزء من السلامة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D.6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السقوط أو الإصابة؟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قيّم الموقف بهدوء ولا تستعجل في الحركة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خطوات سريعة: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38328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2900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الخطورة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39496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4068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 عند اشتباه كسر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40664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45236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وجود ألم أو نزيف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941832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46404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مسار الحركة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ضمادة نظيفة للجروح البسيطة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كمادة باردة للكدمات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إصابة الرأس أو الرقبة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999 عند الإصابة الخطيرة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إصابات الرأس أو فقدان الوعي أو الألم الشديد، يجب طلب المساعدة فورًا</a:t>
            </a:r>
            <a:endParaRPr lang="ar-AE" sz="1200" dirty="0"/>
          </a:p>
        </p:txBody>
      </p:sp>
      <p:sp>
        <p:nvSpPr>
          <p:cNvPr id="42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D.6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القيادة الجماعية والرحلات الطويلة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وانتباه أكبر عند الانطلاق ضمن مجموعة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المسار قبل الانطلاق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قيادة منتظمة دون تزاحم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معدات حماية للجميع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ماء كافٍ وفترات راحة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ملابس عاكسة عند الحاجة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الطرق غير الآمنة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وسيلة متابعة في الرحلات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القيادة الجماعية الآمنة تحتاج إلى تنظيم، وليس مجرد انطلاق جماعي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عند استخدام الدراجة الهوائية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ارتدِ الخوذة في كل مرة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الدراجة قبل الاستخدام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المسارات المخصصة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بقواعد السير والمرور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المصابيح والملابس العاكسة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إشارات اليد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اشرب الماء وخذ فترات راحة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الدراجة دون خوذة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الأجهزة الإلكترونية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تقُد في الطرق السريعة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تعكس اتجاه السير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تتجاوز المشاة بسرعة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تحمل أغراضًا تعيق التحكم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تواصل عند الدوخة أو التعب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D.6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يريد قيادة الدراجة في الحي دون خوذة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تسمح له بالقيادة دون خوذة، وتأكد من معدات الحماية ومكان آمن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تستخدم الدراجة ليلًا في مكان قليل الإضاءة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مصابيح أمامية وخلفية، ارتدِ ملابس عاكسة، وخفف السرعة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وصل إشعار على جهازك أثناء القيادة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الجهاز أثناء القيادة، وتوقف في مكان آمن إذا كان ضروريًا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سقط شخص واشتكى من ألم شديد في الذراع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الطرف المصاب، اطلب المساعدة، واتصل بـ 999 عند الاشتباه بكسر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D.6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ارتداء الخوذة عند استخدام الدراجة الهوائية؟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لأنها تساعد على تقليل خطر إصابات الرأس عند السقوط أو الاصطدام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أهمية المصابيح والملابس العاكسة عند القيادة ليلًا؟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لجعل مستخدم الدراجة أكثر وضوحًا وتقليل احتمال الاصطدام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التصرف عند الحاجة لاستخدام الأجهزة أثناء القيادة؟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التوقف في مكان آمن، وعدم استخدام الأجهزة الإلكترونية أثناء القيادة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سقوط شخص والاشتباه بكسر؟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الطرف المصاب، ثبّته دون ضغط، واتصل بـ 999 عند الحاجة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D.6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استخدام الدراجة تبدأ من الاستعداد قبل الانطلاق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ارتدِ الخوذة • افحص الدراجة • التزم بالمسار • انتبه للطريق • عند الإصابة اتصل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"استخدم دراجتك بوعي، فسلامتك تبدأ من قرارك قبل الانطلاق"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D.6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1502</Words>
  <Application>Microsoft Office PowerPoint</Application>
  <PresentationFormat>شاشة عريضة</PresentationFormat>
  <Paragraphs>331</Paragraphs>
  <Slides>19</Slides>
  <Notes>19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19</vt:i4>
      </vt:variant>
    </vt:vector>
  </HeadingPairs>
  <TitlesOfParts>
    <vt:vector size="23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عند استخدام الدراجات الهوائية</dc:title>
  <dc:subject>PptxGenJS Presentation</dc:subject>
  <dc:creator>هيئة أبوظبي للدفاع المدني</dc:creator>
  <cp:lastModifiedBy>Lenovo</cp:lastModifiedBy>
  <cp:revision>1</cp:revision>
  <dcterms:created xsi:type="dcterms:W3CDTF">2026-05-07T13:58:56Z</dcterms:created>
  <dcterms:modified xsi:type="dcterms:W3CDTF">2026-05-07T14:00:10Z</dcterms:modified>
</cp:coreProperties>
</file>