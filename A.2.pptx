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69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0.png"/><Relationship Id="rId5" Type="http://schemas.openxmlformats.org/officeDocument/2006/relationships/image" Target="../media/image27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2.png"/><Relationship Id="rId5" Type="http://schemas.openxmlformats.org/officeDocument/2006/relationships/image" Target="../media/image24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الإصابات داخل البيئة المدرسية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سلوك آمن… بيئة مدرسية أكثر سلامة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من الإصابات تبدأ بالوعي، والالتزام، والإبلاغ المبكر عن المخاطر"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نتحدث عن الإصابات المدرسية؟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سلوك غير آمن قد يؤدي إلى إصابة يمكن تجنبها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السلامة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للطلبة والكادر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الحوادث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المرافق المدرسية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بيئة آمنة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تعليمية ومنظمة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المسؤول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بين الطلبة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المعلمين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تنظيم الحركة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تبدأ قبل وقوع الحادث، وليس بعده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الإصابات الشائعة داخل البيئة المدرسية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تحدث نتيجة الاستعجال أو اللعب العشوائي أو تجاهل التعليمات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السقوط في الممرات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الاصطدام بالزملاء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الجروح البسيطة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الكدمات والرضوض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النشاط الرياضي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التعثر بالحقائب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الأدوات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إصابات المختبرات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المنظم والواعي يقلل معظم الإصابات اليومية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الممرات المدرسية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الممرات مخصصة للحركة وليست أماكن للركض أو اللعب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امشِ بهدوء وانتظام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بالمسار المحدد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بين الحصص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الزملاء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في منتصف الممرات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الحقائب بالطريق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عند الزوايا والأبواب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 المنظم يسهّل الحركة اليومية ويساعد على الإخلاء السريع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على السلالم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تتطلب انتباهًا عاليًا لأن الاستعجال قد يؤدي 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5584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الدرابزين دائمًا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9502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840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اصعد وانزل بهدوء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5445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4348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مسافة آمنة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51389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لخطواتك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7332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733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6235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عائق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5623560" y="335584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2356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40080" y="32461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على السلالم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623560" y="395020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840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الزملاء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454456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44348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تجلس على الدرج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51389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50292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الجوال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57332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5733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56235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عند بداية أو نهاية السلم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داخل الصفوف الدراسية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التنظيم يساعد في الوقاية من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الجلوس بطريقة صحيحة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تتأرجح على الكرسي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ترمِ الأدوات المدرسية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الحقيبة بمكان آمن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الأدوات الحادة بحذر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المقابس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تلف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الصف المنظم يوفّر بيئة تعليمية آمنة ومريحة للجميع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الملاعب والساحات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اللعب الآمن يحافظ على المتعة ويمنع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أن الساحة خالية من العوائق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الحذاء المناسب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المعلم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العنف والدفع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تعرقل الزملاء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الأدوات بطريقة صحيحة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عند الألم أو التعب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المعلم عند الإصابة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اللعب الآمن يحافظ على المتعة ويمنع الإصابات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التعثر والسقوط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أسباب بسيطة قد تؤدي لإصابات كبيرة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الممرات خالية من العوائق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الحقائب في الطريق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السوائل والأرضيات المبللة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في الأماكن المزدحمة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الركض بين الحصص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البلاط المكسور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الإضاءة المناسبة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خطر بسيط قد يمنع إصابة كبيرة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الأدوات المدرسية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بعض الأدوات تتطلب الحذر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المقص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الدباسة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الأدوات الفنية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الأدوات الرياضية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المختبر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الأجهزة الكهربائية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الزجاج القابل للكسر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إرشادات: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الأدوات للغرض المخصص لها فقط، وأبلغ عن أي تلف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إصابة؟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وأبلغ المسؤولين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هدوئك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المعلم أو المشرف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الطلبة عن الموقع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تقدم إسعافًا دون توجيه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المعلم أو الممرض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في الحالات الطارئة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تبدأ بالإبلاغ السريع، وليس بالتصرف العشوائي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امشِ بهدوء داخل المدرسة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بأمان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ترتيب أغراضك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المعلمين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الأدوات بحذر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فورًا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في الممرات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الزملاء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بالأدوات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الحقيبة بالطريق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السوائل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تتجمع حول المصاب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رأيت سوائل على أرضية الممر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 وأبلغ المعلم أو المشرف فورًا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سقط زميل على السلم ويشعر بألم شديد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تحركه، أبلغ المعلم فورًا، وأبعد الطلبة عن الموقع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رأيت حقيبة في مسار الحركة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صاحبها أو المعلم لإزالتها من الطريق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طالب يركض ويدفع زملاءه بين الحصص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التدافع وأبلغ المشرف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الممرات مكان مناسب للركض؟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الممرات مخصصة للحركة الآمنة فقط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رأيت أرضية مبللة؟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عن الموقع وأبلغ المسؤول فورًا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تحرك زميلك إذا سقط وكانت إصابته قوية؟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أبلغ المعلم أو المشرف مباشرة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ألا نترك الحقائب في الممرات؟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لأنها قد تسبب التعثر وتعيق الحركة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أفضل طريقة للوقاية من الإصابات؟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بالتعليمات والانتباه والإبلاغ عن المخاطر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الإصابات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امشِ بهدوء • لا تدفع • حافظ على الترتيب • استخدم الأدوات بحذر • أبلغ عن الخطر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"سلامتك تبدأ من وعيك وسلوكك اليومي"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A.2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Office PowerPoint</Application>
  <PresentationFormat>شاشة عريضة</PresentationFormat>
  <Paragraphs>268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8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الوقاية من الإصابات داخل البيئة المدرسية</dc:title>
  <dc:subject>PptxGenJS Presentation</dc:subject>
  <dc:creator>هيئة أبوظبي للدفاع المدني</dc:creator>
  <cp:lastModifiedBy>Lenovo</cp:lastModifiedBy>
  <cp:revision>1</cp:revision>
  <dcterms:created xsi:type="dcterms:W3CDTF">2026-05-06T10:34:59Z</dcterms:created>
  <dcterms:modified xsi:type="dcterms:W3CDTF">2026-05-06T11:10:24Z</dcterms:modified>
</cp:coreProperties>
</file>