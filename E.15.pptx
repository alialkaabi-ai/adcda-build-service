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420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.png"/><Relationship Id="rId5" Type="http://schemas.openxmlformats.org/officeDocument/2006/relationships/image" Target="../media/image32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29.png"/><Relationship Id="rId5" Type="http://schemas.openxmlformats.org/officeDocument/2006/relationships/image" Target="../media/image12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29.png"/><Relationship Id="rId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7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45.png"/><Relationship Id="rId5" Type="http://schemas.openxmlformats.org/officeDocument/2006/relationships/image" Target="../media/image1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4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44.png"/><Relationship Id="rId5" Type="http://schemas.openxmlformats.org/officeDocument/2006/relationships/image" Target="../media/image47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حالات الغرق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طلب المساعدة وحماية المنقذ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"الغرق قد يحدث بسرعة وبهدوء — تجنّب أي محاولة إنقاذ تعرّضك للخطر، واطلب المساعدة فورًا"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بحالات الغرق؟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تحدث بسرعة وبدون صراخ واضح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الماء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التأخر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بطلب المساعدة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إنقاذ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آمن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قرب المياه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مجتمعي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بمخاطر الماء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وجود حالة غرق أو اشتباه بخطر في الماء، اتصل فورًا بـ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بالغرق؟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خطيرة في التنفس بسبب الماء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المسابح المنزلية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الشواطئ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البرك والخزانات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تجمعات مياه الأمطار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الأنشطة البحرية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أحواض استحمام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كمية قليلة من الماء قد تكون خطرة على الأطفال — لا تتركهم دون مراقبة قرب أي ماء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مراقبة واحتياطات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المتمكنين من السباحة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الإرهاق أو الدوخة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أنشطة دون وسائل حماية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في أماكن غير مخصصة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شخص بالغ للمراقبة لا يعني الانشغال — المراقبة يجب أن تكون مستمرة ومباشرة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الخطر في 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لا يطلب المساعدة بصوت واضح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بالبقاء فوق سطح الماء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غير منتظمة بالماء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الوصول إلى الحافة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اختفاء طفل ولو لثوانٍ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بقاء ساكن غير مستجيب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سعال بعد الخروج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أو ارتباك بعد السباحة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فورًا، ولا تنتظر حتى تتدهور الحالة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 عند رؤية حالة غرق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تعرّض نفسك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بصوت واضح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نادِ على منقذ سباحة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إن لم تكن مدربًا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وسيلة آمنة من الخارج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المنقذ غير المدرب قد يصبح ضحية ثانية إذا دخل الماء بطريقة غير آمنة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من خارج 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أمانًا إذا كان قريبًا من الحافة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نادِه ووجّهه للحافة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مدّ أداة طويلة 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ارمِ وسيلة طفو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المنقذ المختص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على تواصل معه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تمسك المصاب بطريقة تجعله يسحبك للماء، ولا تدخل منطقة خطرة دون تدريب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إخراج المصاب من 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سريع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استجابة المصاب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 الطبيعي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 في وضع آمن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لو بدا أفضل، راقبه واطلب المساعدة عند أي صعوبة تنفس أو ضعف أو ارتباك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المصاب غير مستجيب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تدخلًا فوريًا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 الطبيعي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CPR إن كنت مدربًا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AED إن توفر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المصاب وحده، ولا تؤخر الاتصال بالطوارئ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يتنفس لكنه مرهق أو مرتبك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ومراقبة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اجلسه في مكان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طمئنه وابقَ معه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 دافئًا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تجعله يعود للسباحة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الاستمرار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صعوبة في التنفس بعد حادث مائي يجب التعامل معها بجدية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بعد الغرق أو شبه الغرق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دقيقة حتى لو بدا متحسنًا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والسعال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لأي تغير بالوعي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يعود للماء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بما حدث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الطفل بعد الخروج من الماء لا تعني تجاهل المتابعة والمراقبة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الغرق في الشواطئ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تيارات وأمواج تحتاج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في الأماكن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لوحات التحذير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سباحة عند رفع الرايات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منفردًا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دائم للأطفال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سباحة عند الإرهاق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فورًا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إرشادات الشاطئ يقلل المخاطر ويحمي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الغرق في المسابح المنزلية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وقاية واضحة عند وجود أطفال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مباشرة للأطفال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حواجز ووسائل أمان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البوابات بعد الاستخدام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الألعاب من الحافة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الطفل القواعد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وسائل إنقاذ قريبة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 في مكان واضح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عائمات أو ألعاب مائية لا يغني عن مراقبة الكبار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أثناء الرحلات والأنشطة المائية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مسبق للسلامة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سترات نجاة عند الحاجة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نشاط مناسب للقدرة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مخصصة فقط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حالة الطقس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الإرهاق قبل السباحة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المشرفين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الاستمتاع بالماء يجب أن يكون مع التزام واضح بإجراءات السلامة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في حالات الغرق؟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دون تدريب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نحوه دون أمان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 بعد الإخراج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يعود للسباحة بعد الحادث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تبدأ بحماية نفسك ثم طلب المساعدة وتنظيم المكان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الاتصال بالطوارئ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 عند ظهور هذه العلامات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وجود تنفس طبيعي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تنفس أو سعال مستمر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نعاس غير معتاد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في لون الوجه أو الشفاه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شديد أو تعب غير طبيعي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في الصدر أو تدهور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لطفل أو كبير سن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الشك، اطلب المساعدة فورًا ولا تنتظر تدهور الحالة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سريع للاستجابة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ينادي المنقذ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وسيلة طفو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طريق الإسعاف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يراقب التنفس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المنظم أسرع وأكثر أمانًا من التصرف الفردي العشوائي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العامة من الغرق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 خطوة لحماية الأرواح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تعلم السباحة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مباشرة للأطفال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سترات نجاة عند الحاجة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مخصصة ومراقبة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لوحات التحذير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سباحة عند الإرهاق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تعتمد على العائمات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 قرب المسابح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الغرق قد يحدث بسرعة وبهدوء — المراقبة المباشرة لا بديل لها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حالات الغرق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منقذ السباحة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وسيلة طفو آمنة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بعد الإخراج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CPR إن كنت مدربًا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التجمهر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بانتظام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دون تدريب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تعرّض نفسك للخطر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يعود للماء بعد الحادث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تعتمد على العائمات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السعال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أو تنشر الحالة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اختفى لثوانٍ ثم وُجد داخل المسبح المنزلي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أخرجه إن كان آمنًا، اتصل فورًا بـ 999، وراقب التنفس والاستجابة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في البحر يواجه صعوبة بعيدًا عن الشاطئ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منقذ السباحة فورًا، اتصل بـ 999، ولا تدخل الماء دون أمان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خرج وعنده سعال مستمر وتعب شديد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 في مكان آمن، راقب التنفس، لا يعود للسباحة، واتصل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تجمّع الناس حول المصاب بعد إخراجه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وفّر مساحة، وافتح طريق فرق الاستجابة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رؤية شخص يواجه صعوبة في الماء؟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فورًا والاتصال بـ 999 وعدم تعريض نفسك للخطر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دخول الماء للإنقاذ دون تدريب؟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طلب مساعدة المنقذ واستخدام وسيلة آمنة هو التصرف الصحيح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نبدأ CPR بعد حادث غرق؟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غير مستجيب ولا يتنفس طبيعيًا، إذا كنت مدربًا أو حسب تعليمات الموظف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نسمح بالعودة للسباحة مباشرة؟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الحالة قد تتدهور وتظهر صعوبة تنفس بعد الخروج وتحتاج إلى تقييم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طلب المساعدة وحماية المنقذ والمراقبة المستمرة قد تنقذ حياة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دون تدريب • اتصل بـ 999 فورًا • راقب الأطفال • علّم السباحة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حالات الغرق، طلب المساعدة بسرعة والتصرف الآمن قد ينقذ حياة"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1690</Words>
  <Application>Microsoft Office PowerPoint</Application>
  <PresentationFormat>شاشة عريضة</PresentationFormat>
  <Paragraphs>400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حالات الغرق</dc:title>
  <dc:subject>PptxGenJS Presentation</dc:subject>
  <dc:creator>هيئة أبوظبي للدفاع المدني</dc:creator>
  <cp:lastModifiedBy>Lenovo</cp:lastModifiedBy>
  <cp:revision>1</cp:revision>
  <dcterms:created xsi:type="dcterms:W3CDTF">2026-05-08T00:05:32Z</dcterms:created>
  <dcterms:modified xsi:type="dcterms:W3CDTF">2026-05-08T00:27:29Z</dcterms:modified>
</cp:coreProperties>
</file>