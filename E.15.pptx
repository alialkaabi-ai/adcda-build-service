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2420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31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4.png"/><Relationship Id="rId5" Type="http://schemas.openxmlformats.org/officeDocument/2006/relationships/image" Target="../media/image32.png"/><Relationship Id="rId10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4.png"/><Relationship Id="rId5" Type="http://schemas.openxmlformats.org/officeDocument/2006/relationships/image" Target="../media/image21.png"/><Relationship Id="rId10" Type="http://schemas.openxmlformats.org/officeDocument/2006/relationships/image" Target="../media/image36.png"/><Relationship Id="rId4" Type="http://schemas.openxmlformats.org/officeDocument/2006/relationships/image" Target="../media/image2.pn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29.png"/><Relationship Id="rId5" Type="http://schemas.openxmlformats.org/officeDocument/2006/relationships/image" Target="../media/image12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29.png"/><Relationship Id="rId5" Type="http://schemas.openxmlformats.org/officeDocument/2006/relationships/image" Target="../media/image30.png"/><Relationship Id="rId10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17.png"/><Relationship Id="rId5" Type="http://schemas.openxmlformats.org/officeDocument/2006/relationships/image" Target="../media/image28.png"/><Relationship Id="rId10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45.png"/><Relationship Id="rId5" Type="http://schemas.openxmlformats.org/officeDocument/2006/relationships/image" Target="../media/image13.png"/><Relationship Id="rId10" Type="http://schemas.openxmlformats.org/officeDocument/2006/relationships/image" Target="../media/image38.png"/><Relationship Id="rId4" Type="http://schemas.openxmlformats.org/officeDocument/2006/relationships/image" Target="../media/image2.png"/><Relationship Id="rId9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4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.png"/><Relationship Id="rId9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44.png"/><Relationship Id="rId5" Type="http://schemas.openxmlformats.org/officeDocument/2006/relationships/image" Target="../media/image47.png"/><Relationship Id="rId10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48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6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حالات الغرق</a:t>
            </a:r>
            <a:endParaRPr lang="en-US" sz="36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سرعة طلب المساعدة وحماية المنقذ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"الغرق قد يحدث بسرعة وبهدوء — تجنّب أي محاولة إنقاذ تعرّضك للخطر، واطلب المساعدة فورًا"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E.15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بحالات الغرق؟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تحدث بسرعة وبدون صراخ واضح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الأرواح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الماء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التأخر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بطلب المساعدة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إنقاذ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غير آمن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مراقبة الأطفال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قرب المياه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وعي مجتمعي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بمخاطر الماء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وقت الطوارئ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وجود حالة غرق أو اشتباه بخطر في الماء، اتصل فورًا بـ 999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E.15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المقصود بالغرق؟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خطيرة في التنفس بسبب الماء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المسابح المنزلية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الشواطئ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البرك والخزانات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تجمعات مياه الأمطار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الأنشطة البحرية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أحواض استحمام الأطفال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حتى كمية قليلة من الماء قد تكون خطرة على الأطفال — لا تتركهم دون مراقبة قرب أي ماء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E.15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الفئات الأكثر عرضة للمخاطر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تحتاج إلى مراقبة واحتياطات إضافية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غير المتمكنين من السباحة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كبار السن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أصحاب الهمم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الإرهاق أو الدوخة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أنشطة دون وسائل حماية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السباحة في أماكن غير مخصصة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وجود شخص بالغ للمراقبة لا يعني الانشغال — المراقبة يجب أن تكون مستمرة ومباشرة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الخطر في الماء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لا يطلب المساعدة بصوت واضح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بالبقاء فوق سطح الماء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حركة غير منتظمة بالماء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الوصول إلى الحافة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اختفاء طفل ولو لثوانٍ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بقاء ساكن غير مستجيب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سعال بعد الخروج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تعب أو ارتباك بعد السباحة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فورًا، ولا تنتظر حتى تتدهور الحالة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E.15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القاعدة الأساسية عند رؤية حالة غرق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تعرّض نفسك للخطر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بصوت واضح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22783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31012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22783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84962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931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84962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نادِ على منقذ سباحة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الماء إن لم تكن مدربًا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322783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331012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322783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وسيلة آمنة من الخارج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84962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931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84962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المتجمهرين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المنقذ غير المدرب قد يصبح ضحية ثانية إذا دخل الماء بطريقة غير آمنة</a:t>
            </a:r>
            <a:endParaRPr lang="ar-AE" sz="1200" dirty="0"/>
          </a:p>
        </p:txBody>
      </p:sp>
      <p:sp>
        <p:nvSpPr>
          <p:cNvPr id="36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E.15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المساعدة من خارج الماء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أكثر أمانًا إذا كان قريبًا من الحافة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نادِه ووجّهه للحافة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مدّ أداة طويلة آمنة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ارمِ وسيلة طفو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المنقذ المختص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ابقَ على تواصل معه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تمسك المصاب بطريقة تجعله يسحبك للماء، ولا تدخل منطقة خطرة دون تدريب</a:t>
            </a:r>
            <a:endParaRPr lang="ar-AE" sz="1200" dirty="0"/>
          </a:p>
        </p:txBody>
      </p:sp>
      <p:sp>
        <p:nvSpPr>
          <p:cNvPr id="32" name="Shape 2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E.15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بعد إخراج المصاب من الماء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تقييم سريع وطلب المساعدة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سلامة المكان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استجابة المصاب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التنفس الطبيعي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طعام لغير الواعي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أبقه في وضع آمن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موظف الطوارئ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حتى لو بدا أفضل، راقبه واطلب المساعدة عند أي صعوبة تنفس أو ضعف أو ارتباك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E.15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كان المصاب غير مستجيب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حالة طارئة تحتاج تدخلًا فوريًا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سلامة المكان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التنفس الطبيعي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طعام أو شراب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ابدأ CPR إن كنت مدربًا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إحضار AED إن توفر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موظف الطوارئ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المصاب وحده، ولا تؤخر الاتصال بالطوارئ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E.15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كان يتنفس لكنه مرهق أو مرتبك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بحذر ومراقبة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اجلسه في مكان آمن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طمئنه وابقَ معه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التنفس والاستجابة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أبقه دافئًا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تجعله يعود للسباحة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الاستمرار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 صعوبة في التنفس بعد حادث مائي يجب التعامل معها بجدية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E.15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الأطفال بعد الغرق أو شبه الغرق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دقيقة حتى لو بدا متحسنًا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 وحده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التنفس والسعال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انتبه لأي تغير بالوعي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يعود للماء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الخطورة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المختصين بما حدث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سلامة الطفل بعد الخروج من الماء لا تعني تجاهل المتابعة والمراقبة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E.15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الغرق في الشواطئ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تيارات وأمواج تحتاج حذرًا إضافيًا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السباحة في الأماكن المخصصة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اتباع لوحات التحذير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سباحة عند رفع الرايات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تسبح منفردًا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انتباه دائم للأطفال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سباحة عند الإرهاق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طلب المساعدة فورًا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اتباع إرشادات الشاطئ يقلل المخاطر ويحمي الجميع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الغرق في المسابح المنزلية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إجراءات وقاية واضحة عند وجود أطفال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مراقبة مباشرة للأطفال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حواجز ووسائل أمان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إغلاق البوابات بعد الاستخدام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إبعاد الألعاب من الحافة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علّم الطفل القواعد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وسائل إنقاذ قريبة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رقم 999 في مكان واضح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وجود عائمات أو ألعاب مائية لا يغني عن مراقبة الكبار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أثناء الرحلات والأنشطة المائية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استعداد مسبق للسلامة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سترات نجاة عند الحاجة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نشاط مناسب للقدرة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أماكن مخصصة فقط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حالة الطقس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الإرهاق قبل السباحة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اتباع تعليمات المشرفين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الأطفال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الاستمتاع بالماء يجب أن يكون مع التزام واضح بإجراءات السلامة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لا تفعل في حالات الغرق؟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تصرفات قد تزيد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الماء دون تدريب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تسبح نحوه دون أمان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 وحده بعد الإخراج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طعام لغير الواعي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يعود للسباحة بعد الحادث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تتجمهر حوله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الاتصال بـ 999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السلامة تبدأ بحماية نفسك ثم طلب المساعدة وتنظيم المكان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E.15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تستدعي الاتصال بالطوارئ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فورًا عند ظهور هذه العلامات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الوعي أو ضعف الاستجابة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وجود تنفس طبيعي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تنفس أو سعال مستمر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ارتباك أو نعاس غير معتاد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تغير في لون الوجه أو الشفاه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شديد أو تعب غير طبيعي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ألم في الصدر أو تدهور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حادث لطفل أو كبير سن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الشك، اطلب المساعدة فورًا ولا تنتظر تدهور الحالة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E.15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الموجودين في المكان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سريع للاستجابة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يتصل بـ 999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ينادي المنقذ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يحضر وسيلة طفو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يبعد المتجمهرين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يفتح طريق الإسعاف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يراقب التنفس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التعاون المنظم أسرع وأكثر أمانًا من التصرف الفردي العشوائي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E.15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العامة من الغرق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أهم خطوة لحماية الأرواح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تعلم السباحة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مراقبة مباشرة للأطفال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سترات نجاة عند الحاجة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أماكن مخصصة ومراقبة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74523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92811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0996" y="475488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75107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اتباع لوحات التحذير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344271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362559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8476" y="47548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444855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سباحة عند الإرهاق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14019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32307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5956" y="475488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4603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تعتمد على العائمات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8837676" y="4206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9" name="Shape 28"/>
          <p:cNvSpPr/>
          <p:nvPr/>
        </p:nvSpPr>
        <p:spPr>
          <a:xfrm>
            <a:off x="9020556" y="45720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3436" y="4754880"/>
            <a:ext cx="320040" cy="32004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9843516" y="42062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رقم 999 قرب المسابح</a:t>
            </a:r>
            <a:endParaRPr lang="en-US" sz="1300" dirty="0"/>
          </a:p>
        </p:txBody>
      </p:sp>
      <p:sp>
        <p:nvSpPr>
          <p:cNvPr id="42" name="Shape 3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الغرق قد يحدث بسرعة وبهدوء — المراقبة المباشرة لا بديل لها</a:t>
            </a:r>
            <a:endParaRPr lang="ar-AE" sz="1200" dirty="0"/>
          </a:p>
        </p:txBody>
      </p:sp>
      <p:sp>
        <p:nvSpPr>
          <p:cNvPr id="44" name="Shape 3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10" descr="/home/claude/assets/social_icon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3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E.15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حالات الغرق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منقذ السباحة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وسيلة طفو آمنة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التنفس بعد الإخراج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ابدأ CPR إن كنت مدربًا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امنع التجمهر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الأطفال بانتظام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الماء دون تدريب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تعرّض نفسك للخطر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طعام لغير الواعي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يعود للماء بعد الحادث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تعتمد على العائمات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تتجاهل السعال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تصور أو تنشر الحالة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E.15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طفل اختفى لثوانٍ ثم وُجد داخل المسبح المنزلي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أخرجه إن كان آمنًا، اتصل فورًا بـ 999، وراقب التنفس والاستجابة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في البحر يواجه صعوبة بعيدًا عن الشاطئ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منقذ السباحة فورًا، اتصل بـ 999، ولا تدخل الماء دون أمان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خرج وعنده سعال مستمر وتعب شديد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أبقه في مكان آمن، راقب التنفس، لا يعود للسباحة، واتصل بـ 999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تجمّع الناس حول المصاب بعد إخراجه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المتجمهرين، وفّر مساحة، وافتح طريق فرق الاستجابة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E.15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أول إجراء عند رؤية شخص يواجه صعوبة في الماء؟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طلب المساعدة فورًا والاتصال بـ 999 وعدم تعريض نفسك للخطر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دخول الماء للإنقاذ دون تدريب؟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طلب مساعدة المنقذ واستخدام وسيلة آمنة هو التصرف الصحيح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نبدأ CPR بعد حادث غرق؟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كان غير مستجيب ولا يتنفس طبيعيًا، إذا كنت مدربًا أو حسب تعليمات الموظف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لا نسمح بالعودة للسباحة مباشرة؟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 الحالة قد تتدهور وتظهر صعوبة تنفس بعد الخروج وتحتاج إلى تقييم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E.15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سرعة طلب المساعدة وحماية المنقذ والمراقبة المستمرة قد تنقذ حياة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تدخل الماء دون تدريب • اتصل بـ 999 فورًا • راقب الأطفال • علّم السباحة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"في حالات الغرق، طلب المساعدة بسرعة والتصرف الآمن قد ينقذ حياة"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E.15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1690</Words>
  <Application>Microsoft Office PowerPoint</Application>
  <PresentationFormat>شاشة عريضة</PresentationFormat>
  <Paragraphs>400</Paragraphs>
  <Slides>22</Slides>
  <Notes>22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22</vt:i4>
      </vt:variant>
    </vt:vector>
  </HeadingPairs>
  <TitlesOfParts>
    <vt:vector size="26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التعامل مع حالات الغرق</dc:title>
  <dc:subject>PptxGenJS Presentation</dc:subject>
  <dc:creator>هيئة أبوظبي للدفاع المدني</dc:creator>
  <cp:lastModifiedBy>Lenovo</cp:lastModifiedBy>
  <cp:revision>1</cp:revision>
  <dcterms:created xsi:type="dcterms:W3CDTF">2026-05-08T00:05:32Z</dcterms:created>
  <dcterms:modified xsi:type="dcterms:W3CDTF">2026-05-08T00:27:29Z</dcterms:modified>
</cp:coreProperties>
</file>