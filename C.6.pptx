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38" d="100"/>
          <a:sy n="38" d="100"/>
        </p:scale>
        <p:origin x="437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6167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8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33.png"/><Relationship Id="rId5" Type="http://schemas.openxmlformats.org/officeDocument/2006/relationships/image" Target="../media/image26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7.png"/><Relationship Id="rId5" Type="http://schemas.openxmlformats.org/officeDocument/2006/relationships/image" Target="../media/image34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2.png"/><Relationship Id="rId5" Type="http://schemas.openxmlformats.org/officeDocument/2006/relationships/image" Target="../media/image27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11.png"/><Relationship Id="rId10" Type="http://schemas.openxmlformats.org/officeDocument/2006/relationships/image" Target="../media/image45.png"/><Relationship Id="rId4" Type="http://schemas.openxmlformats.org/officeDocument/2006/relationships/image" Target="../media/image2.png"/><Relationship Id="rId9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الشوايات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شواء آمن… ووقاية من الحرائق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"استخدام الشوايات يحتاج إلى انتباه ومتابعة مستمرة، لأن الإهمال قد يؤدي إلى حرائق أو إصابات أو اختناق"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الشوايات؟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الإهمال قد يحوّل لحظة شواء عائلية إلى حادث خطير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المنازل والمخيمات والحدائق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وأفراد الأسرة من الحوادث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الحروق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الفحم والأدوات الساخنة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الاختناق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وأول أكسيد الكربون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الموقع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والمرافق المحيطة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انتشار النار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الأشجار والخيام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الشواء الآمن يبدأ من اختيار المكان المناسب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الشوايات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تتحول الشواية إلى مصدر خطر عند الاستخدام غير الصحيح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اشتعال النار قرب المواد القابلة للاشتعال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الشواية في الأماكن المغلقة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الفحم أو الجمر دون إطفاء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اقتراب الأطفال من الشواية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من الفحم أو الأدوات الساخنة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انتشار الدخان في أماكن غير مهواة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مواد سريعة الاشتعال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الشواية قرب الخيام والأشجار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لا يكون فقط من اللهب، بل من الجمر والدخان والحرارة أيضًا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الموقع المناسب للشواء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مكان الشواء من أهم خطوات الوقاية من 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الأماكن المخصصة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مفتوح وجيد التهوية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الخيام والمركبات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الأعشاب الجافة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تضعها في الممرات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ضعها على سطح ثابت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مساحة آمنة حولها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المكان غير المناسب قد يحول الشواية إلى مصدر حريق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الشوايات داخل الأماكن المغلقة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كبير: تراكم أول أكسيد الكربون والاختناق والحريق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8575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0403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داخل المنزل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8575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0403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داخل الخيمة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8575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0403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في المرآب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448056" y="393192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0936" y="418338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816" y="43662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453896" y="393192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في مكان ضعيف التهوية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42816" y="393192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25696" y="418338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436626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48656" y="393192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 الفحم لمكان مغلق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37576" y="393192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20456" y="418338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3336" y="436626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43416" y="393192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تنم قرب الفحم أو الجمر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الشوايات والفحم مكانها في الهواء الطلق فقط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إشعال الشواية بأمان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التصرفات قد تؤدي إلى اشتعال مفاجئ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أدوات إشعال آمنة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المواد غير المخصصة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تضف وقودًا للفحم المشتعل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الوجه واليدين عن اللهب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أثناء الإشعال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الشواية أثناء الإشعال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وسيلة إطفاء قريبة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الإشعال العشوائي قد يؤدي إلى إصابات أو انتشار النار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استخدام الشواية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الشواية باستمرار وعدم تركها دون مراقبة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الشواية دون متابعة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الأطفال على مسافة آمنة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أدوات شواء طويلة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الملابس الفضفاضة قرب اللهب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المواد القابلة للاشتعال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تحرّك الشواية وهي ساخنة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لاتجاه الرياح والدخان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البلاستيك عن الحرارة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الشواية طوال الوقت تمنع معظم الحوادث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أثناء الشواء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قد يقتربون من الشواية بدافع الفضول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أبعدهم عن مصدر الحرارة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باللعب قرب الفحم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الأدوات الساخنة بمتناولهم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أن الشواية تبقى ساخنة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خصّص بالغًا لمراقبتهم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طفلًا قرب الشواية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الولاعات عن الأطفال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الشواية قد تبقى ساخنة لفترة طويلة بعد إطفاء اللهب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الحروق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قد تنتج عن لمس الشواية أو الفحم أو الأدوات الساخنة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حرارية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شواء بمقابض طويلة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الفحم مباشرة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احذر من بخار الغطاء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الأواني عن الأطراف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أماكن آمنة للأدوات الساخنة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الشواية تبرد قبل النقل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الحرارة يحتاج إلى أدوات مناسبة وانتباه مستمر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الدخان وأول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غاز لا لون له ولا رائحة، الوقاية منه ضرورية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8346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7121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8346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الشواية في مكان مفتوح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6440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30098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300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6440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الفحم داخل الخيام أو المركبات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9417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9417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تجلس في اتجاه الدخان طويلًا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2394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605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2394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الشواية عن النوافذ والمداخل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5371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5902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590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5371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غادر فورًا عند الصداع أو الدوار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983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2005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20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983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 الجمر إلى مكان مغلق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التهوية الجيدة ضرورية عند استخدام الفحم أو الشوايات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إطفاء الفحم والجمر بعد الانتهاء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الجمر قد يبقى ساخنًا ومشتعلًا لفترة طويلة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الجمر دون متابعة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أطفئه بالماء أو الرمل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توقف الدخان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ترمِ الفحم في الحاويات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الجمر عن الأشجار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 الشواية وهي ساخنة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نظّف الموقع بعد الانتهاء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الجمر المتبقي قد يسبب حريقًا حتى بعد مغادرة المكان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الشواء في الحدائق والمناطق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بتعليمات الجهة المسؤولة عن الموقع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الأماكن المخصصة فقط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تشعل النار قرب الأشجار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المخلفات في الموقع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بلوحات الإرشاد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الممرات والمخارج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المسؤولين عند الحريق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احترم سلامة الزوار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المكان العام مسؤولية مشتركة، والالتزام يحافظ على سلامة الجميع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حريق؟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تصرّف بسرعة وهدوء دون تعريض النفس للخطر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سريعة عند الحريق: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8328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2900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مكان آمن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39496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4068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مصدر الخطر إن أمكن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40664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5236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الموقع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41832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6404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وسيلة إطفاء مناسبة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 الشواية المشتعلة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إذا انتشر الحريق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999 من موقع آمن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الأرواح أهم من محاولة السيطرة على حريق خارج السيطرة</a:t>
            </a:r>
            <a:endParaRPr lang="ar-AE" sz="1200" dirty="0"/>
          </a:p>
        </p:txBody>
      </p:sp>
      <p:sp>
        <p:nvSpPr>
          <p:cNvPr id="42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استخدام الشوايات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284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الشواية في مكان مفتوح ومخصص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الخيام والمركبات والأشجار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4256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343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الشواية طوال الاستخدام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920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الأطفال بعيدًا عن الحرارة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5229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440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وسيلة إطفاء مناسبة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6071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989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 الفحم والجمر بالكامل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284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الشواية في مكان مغلق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الشواية دون متابعة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4256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343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تضف وقودًا للفحم المشتعل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920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تحرّك الشواية وهي ساخنة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5229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440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ترمِ الفحم الساخن في الحاويات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6071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989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تغادر قبل التأكد من زوال الخطر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يريد استخدام الشواية داخل الخيمة بسبب الرياح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تُستخدم داخل الخيمة، اختر موقعًا خارجيًا آمنًا أو أجّل الشواء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يقترب من الشواية أثناء اشتعال الفحم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فورًا وحدّد منطقة آمنة حول الشواية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 جمر ساخن بعد الانتهاء من الشواء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أطفئه بالكامل وتأكد من برودته قبل المغادرة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بدأت النار تنتشر من الشواية إلى الأعشاب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الجميع، استخدم وسيلة إطفاء إن أمكن، واتصل بالطوارئ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الشواية داخل الخيمة؟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قد تسبب حريقًا أو تسممًا بأول أكسيد الكربون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يجب وضع الشواية؟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مكان مفتوح ومخصص، بعيد عن المواد القابلة للاشتعال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ترك الجمر بعد الانتهاء من الشواء؟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إطفاؤه بالكامل والتأكد من زوال الحرارة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إبعاد الأطفال عن الشواية؟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لحمايتهم من الحروق ومخاطر النار والأدوات الساخنة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بدأ الحريق بالانتشار؟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عن الموقع، وأبعد الآخرين، وأتصل بـ 999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الشوايات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مفتوح • بعيدًا عن الخيام • مراقبة دائمة • أطفئ الجمر • عند الطوارئ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"شواء آمن يعني لحظات أجمل ووقاية أكبر للجميع"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C.6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1412</Words>
  <Application>Microsoft Office PowerPoint</Application>
  <PresentationFormat>شاشة عريضة</PresentationFormat>
  <Paragraphs>314</Paragraphs>
  <Slides>17</Slides>
  <Notes>17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17</vt:i4>
      </vt:variant>
    </vt:vector>
  </HeadingPairs>
  <TitlesOfParts>
    <vt:vector size="21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عند استخدام الشوايات</dc:title>
  <dc:subject>PptxGenJS Presentation</dc:subject>
  <dc:creator>هيئة أبوظبي للدفاع المدني</dc:creator>
  <cp:lastModifiedBy>Lenovo</cp:lastModifiedBy>
  <cp:revision>1</cp:revision>
  <dcterms:created xsi:type="dcterms:W3CDTF">2026-05-06T23:09:11Z</dcterms:created>
  <dcterms:modified xsi:type="dcterms:W3CDTF">2026-05-06T23:10:40Z</dcterms:modified>
</cp:coreProperties>
</file>