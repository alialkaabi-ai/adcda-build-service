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51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4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35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5.png"/><Relationship Id="rId5" Type="http://schemas.openxmlformats.org/officeDocument/2006/relationships/image" Target="../media/image43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0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2.png"/><Relationship Id="rId5" Type="http://schemas.openxmlformats.org/officeDocument/2006/relationships/image" Target="../media/image50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الوقائي وسلامة المركبة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مركبتك اليوم… لتصل بأمان كل يوم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"سلامة المركبة لا تبدأ عند حدوث العطل، بل تبدأ من الفحص المنتظم والصيانة الوقائية والانتباه لأي مؤشر غير طبيعي"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بالفحص الوقائي؟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اكتشاف الأعطال قبل أن تتحول إلى خطر على الطريق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التعطل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القيادة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الحوادث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بسبب خلل في المركبة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الركاب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المخاطر المفاجئة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المركبة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الظروف اليومية والطارئة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السائق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 سلامة الطريق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قيادة آمنة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للجميع على الطريق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الآمنة تبدأ بسائق لا يتجاهل الفحص ولا يؤجل الصيانة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فحص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جزء من السلوك اليومي للسائق وليس فقط في موعد الصيانة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استخدام المركبة يوميًا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الرحلات الطويلة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ملاحظة صوت أو اهتزاز غريب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المرور فوق حفرة قوية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التعرض لحادث ولو بسيط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الصيف وارتفاع الحرارة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الأجواء غير المستقرة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 كان الفحص مبكرًا، كان التعامل مع الخلل أسهل وأكثر أمانًا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الخارجي قبل القيادة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نظرة سريعة قد تمنع خطرًا كبيرًا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توجد تسربات أسفل المركبة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الإطارات سليمة دون تشقق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أجسام حادة في الإطارات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الزجاج والمرايا سليمة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الزجاج نظيف بدون عوائق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أجزاء المركبة الخارجية مثبتة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أطفال أو عوائق حول المركبة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الخارجي لا يستغرق وقتًا طويلًا، لكنه قد يمنع خطرًا كبيرًا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الإطارات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الاتصال المباشرة بين المركبة والطريق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 الهواء حسب توصيات الشركة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تآكل واضح أو غير متساوٍ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تشققات أو انتفاخات في الجوانب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الإطار وعمره الافتراضي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الإطار الاحتياطي سليم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تغيير الإطار متوفرة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 خطر: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اهتزاز المركبة أو انحرافها أو انخفاض ضغط أحد الإطارات يستوجب الفحص الفوري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 الإطارات والحرارة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الإطار السليم يساعد على قيادة أكثر ثباتًا وأمانًا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الضغط والإطار بارد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بقيمة الشركة المصنّعة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تحكم بالشكل فقط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قبل الرحلات الطويلة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أكثر في الصيف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نظام مراقبة الضغط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تهمل أي تحذير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 الإطار غير الصحيح يؤثر على الثبات واستهلاك الوقود وقدرة التحكم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الفرامل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تستوجب الفحص الفوري دون تأجيل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احتكاك أو صرير عند الفرملة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اهتزاز المقود أو الدواسة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مسافة التوقف عن المعتاد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مستوى سائل الفرامل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لمبة تحذير الفرامل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شعور غير طبيعي في الدواسة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ميل المركبة لجهة عند الفرملة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استجابة الفرامل سريعًا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علامة غير طبيعية في الفرامل يجب فحصها لدى مختص دون تأجيل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الأنوار والإشارات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تواصل مهمة مع مستخدمي الطريق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المصابيح الأمامية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المصابيح الخلفية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أضواء الفرامل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إشارات الانعطاف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الإشارات التحذيرية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أضواء الرجوع للخلف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إنارة لوحة الأرقام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عطل بسيط في الإضاءة قد يمنع الآخرين من ملاحظة المركبة أو توقع حركتها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الزجاج والمرايا والمساحات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وضوح الرؤية يساعد على اتخاذ القرار الصحيح في الوقت المناسب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الزجاج الأمامي والخلفي نظيف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المرايا الجانبية والداخلية سليمة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ضبط المرايا قبل الانطلاق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المساحات تعمل بكفاءة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سائل تنظيف الزجاج متوفر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ملصقات تحجب الرؤية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الانعكاسات والوهج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الرؤية غير الواضحة تزيد احتمالية عدم الانتباه للمشاة أو المركبات أو العوائق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السوائل الأساسية في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نقص السوائل قد يبدأ بسيطًا ويتحول إلى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زيت المحرك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سائل التبريد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سائل الفرامل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سائل التوجيه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سائل تنظيف الزجاج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وقود كافٍ للرحلة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بقع سوائل أسفل المركبة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نقص السوائل قد يبدأ كمشكلة بسيطة، لكنه قد يتحول إلى خطر أثناء القيادة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البطارية والتمديدات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خلل كهربائي متكرر يحتاج إلى فحص لدى مختص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تأخر تشغيل المركبة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تآكل أو أملاح حول الأقطاب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تالفة أو مكشوفة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كهربائية غير معتمدة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تكرار احتراق الفيوزات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غير طبيعية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غير معتادة في الأسلاك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تتعامل مع الأعطال الكهربائية بطريقة مؤقتة أو عشوائية، استعن بمختص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لوحة العدادات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المؤشرات التحذيرية أبدًا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 حرارة المحرك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لمبة ضغط الزيت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لمبة البطارية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لمبة الفرامل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لمبة ضغط الإطارات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لمبة فحص المحرك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أنظمة السلامة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 إذا ظهر مؤشر خطر فوري مثل ارتفاع الحرارة أو ضغط الزيت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تجهيزات السلامة داخل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التجهيز يساعد على التصرف الآمن إلى حين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حريق سارية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مثلث تحذيري عاكس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سترة عاكسة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إسعافات أولية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مصباح يدوي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تغيير الإطار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شاحن مناسب للأجهزة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التجهيز لا يعني المخاطرة، بل يساعد على التصرف الآمن إلى حين وصول الجهات المختصة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الحمولة وتنظيم الأغراض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الأغراض غير المثبتة قد تتحول إلى مصدر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تتجاوز الحد المسموح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الأغراض في الصندوق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ثقيلة في المقصورة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الرؤية الخلفية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المواد القابلة للاشتعال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راعِ ضغط الإطارات مع الحمولة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نظّم الأغراض ولا تكدّسها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الأغراض غير المثبتة قد تتحول إلى مصدر خطر عند التوقف المفاجئ أو الاصطدام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تعطل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وتجنب الوقوف في أماكن خطرة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 تدريجيًا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إلى كتف الطريق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المركبة بعيدًا عن المسار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من الجهة الآمنة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المثلث التحذيري إن أمكن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بالمساعدة على الطريق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خلف المركبة أو قرب مسار المركبات القادمة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الفحص الوقائي للمركبة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المركبة قبل القيادة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ضغط الإطارات وحالتها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الفرامل والأنوار بانتظام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لمؤشرات لوحة العدادات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عالج الأعطال فورًا لدى مختص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معدات السلامة الأساسية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أصوات الفرامل أو الاهتزاز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تقُد بإطارات تالفة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تؤجل صيانة الأعطال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المركبة مع تسرب سوائل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المعطلة في مسار الطريق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المركبة قرب حركة المرور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القيادة لاحظت أن أحد الإطارات منخفض الضغط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ضغط الإطار وعالج السبب قبل استخدام المركبة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ظهرت لمبة حرارة المحرك أثناء القيادة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في مكان آمن، أوقف المركبة، ولا تواصل القيادة قبل معرفة السبب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صوت صرير واضح عند استخدام الفرامل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نظام الفرامل لدى جهة مختصة ولا تؤجل الصيانة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تعطلت المركبة على طريق سريع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الإشارات، انتقل لمكان آمن، ابتعد عن المسار، واطلب المساعدة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يعد فحص الإطارات مهمًا قبل القيادة؟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تؤثر مباشرة على ثبات المركبة وقدرة التحكم والتوقف الآمن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ظهور لمبة حرارة المحرك؟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في مكان آمن وعدم مواصلة القيادة قبل فحص السبب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يعني صوت غير طبيعي عند استخدام الفرامل؟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يدل على خلل في نظام الفرامل ويجب فحصه لدى مختص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الإجراء الصحيح عند تعطل المركبة على الطريق؟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الإشارات، التوقف في مكان آمن، الابتعاد عن الحركة، وطلب المساعدة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الوقائي مسؤولية تحمي السائق والركاب ومستخدمي الطريق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قبل القيادة • تابع الإطارات والفرامل • لا تتجاهل المؤشرات • سلامتك أولًا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"افحص مركبتك اليوم… لتصل بأمان في كل يوم"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Microsoft Office PowerPoint</Application>
  <PresentationFormat>شاشة عريضة</PresentationFormat>
  <Paragraphs>339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الفحص الوقائي وسلامة المركبة</dc:title>
  <dc:subject>PptxGenJS Presentation</dc:subject>
  <dc:creator>هيئة أبوظبي للدفاع المدني</dc:creator>
  <cp:lastModifiedBy>Lenovo</cp:lastModifiedBy>
  <cp:revision>1</cp:revision>
  <dcterms:created xsi:type="dcterms:W3CDTF">2026-05-07T11:55:26Z</dcterms:created>
  <dcterms:modified xsi:type="dcterms:W3CDTF">2026-05-07T13:29:25Z</dcterms:modified>
</cp:coreProperties>
</file>