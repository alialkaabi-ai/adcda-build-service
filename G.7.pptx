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7077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24.png"/><Relationship Id="rId5" Type="http://schemas.openxmlformats.org/officeDocument/2006/relationships/image" Target="../media/image34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8.png"/><Relationship Id="rId5" Type="http://schemas.openxmlformats.org/officeDocument/2006/relationships/image" Target="../media/image1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39.png"/><Relationship Id="rId5" Type="http://schemas.openxmlformats.org/officeDocument/2006/relationships/image" Target="../media/image1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17.png"/><Relationship Id="rId5" Type="http://schemas.openxmlformats.org/officeDocument/2006/relationships/image" Target="../media/image25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28.png"/><Relationship Id="rId5" Type="http://schemas.openxmlformats.org/officeDocument/2006/relationships/image" Target="../media/image43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45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32.png"/><Relationship Id="rId10" Type="http://schemas.openxmlformats.org/officeDocument/2006/relationships/image" Target="../media/image48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39.png"/><Relationship Id="rId5" Type="http://schemas.openxmlformats.org/officeDocument/2006/relationships/image" Target="../media/image50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الفئات الأكثر تعرضًا للمخاطر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آمن واحترام للخصوصية والكرامة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"الخطة التي لا تراعي الفئات الأكثر تعرضًا للمخاطر تُعد خطة غير مكتملة"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بهذه الفئات؟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لا يستطيعون التصرف كالآخرين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الطوارئ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الإخلاء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والمساعدة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تركهم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الخطر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احتياجات صحية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وحركية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تكافل ومسؤولية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مجتمعية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الكرامة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والخصوصية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التي لا تراعي الفئات الأكثر تعرضًا للمخاطر تُعد خطة غير مكتملة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هم الفئات الأكثر تعرضًا للمخاطر؟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حسب العمر والحالة والقدرة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 والمصابون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الحوامل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الحركة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السمع أو البصر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 غير المعتادين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الهدف ليس تصنيف الأشخاص، بل معرفة من يحتاج إلى دعم إضافي وقت الطوارئ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التحديات التي تواجههم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صعوبات مختلفة وقت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النزول بالسلالم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فهم التعليمات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خوف وارتباك بالإنذار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لأدوية وأجهزة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التواصل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اعتماد على مرافق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أكبر بالدخان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التحديات مسبقًا تساعد على وضع خطة واقعية وآمنة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خوف واختباء واتباع للآخرين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رقم 999 حسب العمر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درّبهم على عدم الاختباء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اتباع الشخص المسؤول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نقطة تجمع للأسرة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دون مراقبة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الحرارة والمياه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طلب المساعدة من المسؤول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الطفل يحتاج إلى تعليم مبسط ومتكرر، وليس توجيهًا مرة واحدة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أطول للحركة ومساعدة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احتياجاتهم الصحية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وسيلة مساعدة للحركة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تستعجلهم بطريقة تسقطهم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خصص شخصًا لمساعدتهم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المنزل خالية من العوائق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التواصل في مكان واضح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وقت التحذيرات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لكبار السن يحتاج إلى هدوء ومساندة، وليس استعجالًا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خاصة حسب الحاجة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عن أفضل طريقة للمساعدة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جهازًا دون إذن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مسارات الإخلاء المناسبة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تراعي الحركة والسمع والبصر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واضحة وبسيطة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الخصوصية والكرامة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فرق الاستجابة بالموقع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تبدأ باحترام الشخص واحتياجاته، وليس افتراض ما يناسبه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 وأصحاب الحالات الصحية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وأجهزة ومتابعة خاصة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الأدوية بمكان آمن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قائمة بالحالة والأدوية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شحن الأجهزة الطبية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التدهور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الاستجابة بالمعلومات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المعلومات الصحية تساعد المختصين، لكن يجب حفظها باحترام الخصوصية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الحوامل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مراعاة إضافية للأم والجنين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ابعدها عن الزحام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 خروج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طويل بالحر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جلوس عند التعب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وتقليل الإجهاد أثناء الطوارئ مهمان لحماية الأم والجنين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المعرضة في المنازل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تهيئة بيئية لتقليل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إزالة العوائق من 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تثبيت السجاد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المواد الخطرة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الدخان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هروب تراعي الجميع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999 في مكان واضح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إسعافات أولية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الحوادث المنزلية يمكن تقليلها بالتنظيم والمتابعة اليومية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المعرضة في المرافق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تشمل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سهلة الوصول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خالية وواضحة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إرشادية واضحة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العاملين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مساعدة وإرشاد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للأطفال المفقودين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المرفق الآمن هو الذي يستطيع الجميع استخدامه والخروج منه بأمان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 واضح يحمي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الفئات المعرضة خلفك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مسار آمن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أثناء الحريق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 إن أمكن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تعيق الحركة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الاستجابة عن المحتاجين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يجب أن تكون آمنة، ولا يجوز تعريض نفسك أو الآخرين لخطر أكبر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وضوح يقلل الخوف والارتباك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عبارات قصيرة وواضحة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بهدوء بدون صراخ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واحد كل مرة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إشارة أو مرافقة عند الحاجة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أنه فهم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إن كان مرتبكًا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مساعدة من يعرفه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طريقة الكلام وقت الطوارئ قد تساعد على تهدئة الشخص وتسريع الاستجابة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المسبق للأسرة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بسيطة وواضحة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مخارج المنزل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خارجية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من يساعد المعرضين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الأدوية والمستلزمات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الأسرة على الإنذار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رقم 999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مراجعة الخطة دوريًا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 ليس مناسبًا لاكتشاف من يحتاج لمساعدة — يجب معرفة ذلك مسبقًا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في المدارس والجهات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تنظيمي مهم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تحديث بيانات الحالات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تراعي الجميع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المشرفين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تجمع واضحة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خالية من العوائق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تدريبات إخلاء دورية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تنسيق مع أولياء الأمور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الخصوصية لا تتعارض مع الاستعداد عند تنظيم المعلومات بشكل صحيح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الأحوال الجوية أو السيول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إضافي على هذه الفئات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أبقهم في مكان آمن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لعب الأطفال بالمياه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توفير الأدوية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الخروج إلا للضرورة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تواصل متاحة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وحدهم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الفئات تحتاج إلى متابعة قبل وأثناء وبعد الحالة الجوية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الحريق أو الدخان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أكبر على من لديهم صعوبة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أخلِه من المسار الآمن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أثناء الحريق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تعرضه للدخان الكثيف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من لا يستطيع الخروج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تعذر الإخلاء، أبلغ الطوارئ بالموقع الدقيق واتبع التعليمات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يجب تجنبها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الأطفال دون متابعة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افتراض معرفة الجميع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مصاب دون ضرورة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المصعد بالحريق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المحتاج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الحالات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الأدوية والأجهزة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الاتصال بـ 999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غير المنظمة قد تسبب ارتباكًا، أما الخطة الواضحة فتحمي الجميع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المجتمع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مسؤولية مشتركة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المحتاجين بأمان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المخاطر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أو تصوير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ومخارج خالية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إفساح الطريق للاستجابة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الأطفال وكبار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الخصوصية والكرامة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المجتمع الواعي هو الذي يحمي أضعف أفراده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لحماية الفئات المعرضة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خطة مسبقة للمحتاجين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رقم 999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راعِ احتياجات كبار السن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الممرات خالية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بأمان من يحتاج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الاستجابة عن العالقين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خصوصية المحتاج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وحدهم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بالحريق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مصابًا دون ضرورة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حولهم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الحالات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تفترض إمكانية الإخلاء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إنذار حريق ومعك شخص كبير سن يحتاج وقتًا أطول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إن كان آمنًا، استخدم السلالم لا المصعد، وأبلغ الاستجابة عن الحاجة للدعم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ضاع عن أسرته في فعالية مزدحمة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المنظمين أو الأمن فورًا، أبقِ الطفل في مكان آمن، ولا تتركه يتحرك وحده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من أصحاب الهمم يحتاج مساعدة بالإخلاء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عن أفضل طريقة، ساعده وفق الخطة، ودون تعريضه أو تعريض نفسك للخطر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أراد الأطفال اللعب قرب تجمعات المياه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امنعهم، أبقهم بمكان آمن، ووعّهم بخطر المياه المتجمعة أو الجارية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تحتاج الفئات المعرضة لخطة خاصة؟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لأنهم قد يحتاجون إلى وقت أو مساعدة إضافية للحركة أو الفهم أو التواصل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شخص لا يستطيع الإخلاء بالحريق؟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إن كان آمنًا، أبلغ الاستجابة بموقعه، واتصل بـ 999 عند الخطر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لمساعدة كبار السن بالحريق؟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اتباع مسارات الإخلاء الآمنة وتعليمات المختصين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دور المجتمع في حماية هذه الفئات؟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الآمنة، الإبلاغ عن المخاطر، عدم التجمهر، وإفساح الطريق للاستجابة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والدعم الآمن واحترام الكرامة يحمي أضعف أفراد المجتمع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مسبقًا • لا تتركهم وحدهم • ساعد بأمان • احترم الخصوصية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"حماية الفئات المعرضة مسؤولية إنسانية ومجتمعية تبدأ من الاستعداد قبل الطوارئ"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G.7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1706</Words>
  <Application>Microsoft Office PowerPoint</Application>
  <PresentationFormat>شاشة عريضة</PresentationFormat>
  <Paragraphs>428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سلامة الفئات الأكثر تعرضًا للمخاطر</dc:title>
  <dc:subject>PptxGenJS Presentation</dc:subject>
  <dc:creator>هيئة أبوظبي للدفاع المدني</dc:creator>
  <cp:lastModifiedBy>Lenovo</cp:lastModifiedBy>
  <cp:revision>1</cp:revision>
  <dcterms:created xsi:type="dcterms:W3CDTF">2026-05-08T06:34:15Z</dcterms:created>
  <dcterms:modified xsi:type="dcterms:W3CDTF">2026-05-08T21:32:16Z</dcterms:modified>
</cp:coreProperties>
</file>