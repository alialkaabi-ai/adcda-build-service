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7077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4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4.png"/><Relationship Id="rId5" Type="http://schemas.openxmlformats.org/officeDocument/2006/relationships/image" Target="../media/image30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24.png"/><Relationship Id="rId5" Type="http://schemas.openxmlformats.org/officeDocument/2006/relationships/image" Target="../media/image34.png"/><Relationship Id="rId10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8.png"/><Relationship Id="rId5" Type="http://schemas.openxmlformats.org/officeDocument/2006/relationships/image" Target="../media/image13.png"/><Relationship Id="rId10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39.png"/><Relationship Id="rId5" Type="http://schemas.openxmlformats.org/officeDocument/2006/relationships/image" Target="../media/image17.png"/><Relationship Id="rId10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17.png"/><Relationship Id="rId5" Type="http://schemas.openxmlformats.org/officeDocument/2006/relationships/image" Target="../media/image25.png"/><Relationship Id="rId10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28.png"/><Relationship Id="rId5" Type="http://schemas.openxmlformats.org/officeDocument/2006/relationships/image" Target="../media/image43.png"/><Relationship Id="rId10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45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46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5" Type="http://schemas.openxmlformats.org/officeDocument/2006/relationships/image" Target="../media/image32.png"/><Relationship Id="rId10" Type="http://schemas.openxmlformats.org/officeDocument/2006/relationships/image" Target="../media/image48.png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39.png"/><Relationship Id="rId5" Type="http://schemas.openxmlformats.org/officeDocument/2006/relationships/image" Target="../media/image50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5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الفئات الأكثر تعرضًا للمخاطر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دعم آمن واحترام للخصوصية والكرامة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"الخطة التي لا تراعي الفئات الأكثر تعرضًا للمخاطر تُعد خطة غير مكتملة"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G.7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بهذه الفئات؟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لا يستطيعون التصرف كالآخرين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الإصابات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الطوارئ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سرعة الإخلاء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والمساعدة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تركهم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الخطر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احتياجات صحية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وحركية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تكافل ومسؤولية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مجتمعية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الكرامة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والخصوصية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الخطة التي لا تراعي الفئات الأكثر تعرضًا للمخاطر تُعد خطة غير مكتملة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G.7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هم الفئات الأكثر تعرضًا للمخاطر؟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حسب العمر والحالة والقدرة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كبار السن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أصحاب الهمم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المرضى والمصابون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7452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281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7510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الحوامل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الحركة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السمع أو البصر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88376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0205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3436" y="475488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8435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الزوار غير المعتادين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الهدف ليس تصنيف الأشخاص، بل معرفة من يحتاج إلى دعم إضافي وقت الطوارئ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G.7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أبرز التحديات التي تواجههم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صعوبات مختلفة وقت الإخلاء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النزول بالسلالم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فهم التعليمات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خوف وارتباك بالإنذار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حاجة لأدوية وأجهزة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التواصل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اعتماد على مرافق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تأثر أكبر بالدخان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التحديات مسبقًا تساعد على وضع خطة واقعية وآمنة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 وقت الطوارئ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خوف واختباء واتباع للآخرين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علّمهم رقم 999 حسب العمر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درّبهم على عدم الاختباء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علّمهم اتباع الشخص المسؤول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حدد نقطة تجمع للأسرة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تتركهم دون مراقبة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أبعدهم عن الحرارة والمياه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علّمهم طلب المساعدة من المسؤول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الطفل يحتاج إلى تعليم مبسط ومتكرر، وليس توجيهًا مرة واحدة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G.7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كبار السن وقت الطوارئ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وقت أطول للحركة ومساعدة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احتياجاتهم الصحية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جهّز وسيلة مساعدة للحركة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تستعجلهم بطريقة تسقطهم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خصص شخصًا لمساعدتهم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ممرات المنزل خالية من العوائق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أرقام التواصل في مكان واضح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تتركهم وقت التحذيرات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الإخلاء الآمن لكبار السن يحتاج إلى هدوء ومساندة، وليس استعجالًا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G.7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أصحاب الهمم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ترتيبات خاصة حسب الحاجة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اسأله عن أفضل طريقة للمساعدة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جهازًا دون إذن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اعرف مسارات الإخلاء المناسبة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خطة تراعي الحركة والسمع والبصر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تعليمات واضحة وبسيطة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احترام الخصوصية والكرامة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فرق الاستجابة بالموقع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المساعدة الصحيحة تبدأ باحترام الشخص واحتياجاته، وليس افتراض ما يناسبه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G.7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المرضى وأصحاب الحالات الصحية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أدوية وأجهزة ومتابعة خاصة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حفظ الأدوية بمكان آمن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قائمة بالحالة والأدوية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شحن الأجهزة الطبية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أدوية دون توجيه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التدهور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الاستجابة بالمعلومات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المعلومات الصحية تساعد المختصين، لكن يجب حفظها باحترام الخصوصية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G.7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الحوامل وقت الطوارئ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مراعاة إضافية للأم والجنين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ابعدها عن الزحام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مسار خروج آمن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وقوف طويل بالحر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مكان جلوس عند التعب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أدوية دون توجيه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الهدوء وتقليل الإجهاد أثناء الطوارئ مهمان لحماية الأم والجنين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G.7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الفئات المعرضة في المنازل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تهيئة بيئية لتقليل المخاطر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إزالة العوائق من الممرات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تثبيت السجاد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إبعاد المواد الخطرة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أجهزة إنذار الدخان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خطة هروب تراعي الجميع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رقم 999 في مكان واضح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حقيبة إسعافات أولية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أكثر الحوادث المنزلية يمكن تقليلها بالتنظيم والمتابعة اليومية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الفئات المعرضة في المرافق العامة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ترتيبات تشمل الجميع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مسارات سهلة الوصول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مخارج خالية وواضحة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لوحات إرشادية واضحة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تدريب العاملين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نقاط مساعدة وإرشاد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التجمهر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خطة للأطفال المفقودين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المرفق الآمن هو الذي يستطيع الجميع استخدامه والخروج منه بأمان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أثناء الإخلاء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ترتيب واضح يحمي الجميع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الفئات المعرضة خلفك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أقرب مسار آمن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مصعد أثناء الحريق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 من يحتاج إن أمكن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تحمل أغراضًا تعيق الحركة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لنقطة التجمع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الاستجابة عن المحتاجين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المساعدة يجب أن تكون آمنة، ولا يجوز تعريض نفسك أو الآخرين لخطر أكبر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G.7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التواصل وقت الطوارئ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وضوح يقلل الخوف والارتباك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عبارات قصيرة وواضحة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بهدوء بدون صراخ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توجيه واحد كل مرة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إشارة أو مرافقة عند الحاجة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أنه فهم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 إن كان مرتبكًا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مساعدة من يعرفه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طريقة الكلام وقت الطوارئ قد تساعد على تهدئة الشخص وتسريع الاستجابة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الاستعداد المسبق للأسرة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خطة بسيطة وواضحة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مخارج المنزل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نقطة تجمع خارجية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تحديد من يساعد المعرضين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حفظ الأدوية والمستلزمات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تدريب الأسرة على الإنذار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معرفة رقم 999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مراجعة الخطة دوريًا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وقت الطوارئ ليس مناسبًا لاكتشاف من يحتاج لمساعدة — يجب معرفة ذلك مسبقًا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G.7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الاستعداد في المدارس والجهات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تنظيمي مهم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تحديث بيانات الحالات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خطة تراعي الجميع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تدريب المشرفين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نقاط تجمع واضحة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مسارات خالية من العوائق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تدريبات إخلاء دورية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تنسيق مع أولياء الأمور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الخصوصية لا تتعارض مع الاستعداد عند تنظيم المعلومات بشكل صحيح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أثناء الأحوال الجوية أو السيول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خطر إضافي على هذه الفئات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أبقهم في مكان آمن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لعب الأطفال بالمياه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توفير الأدوية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الخروج إلا للضرورة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وسيلة تواصل متاحة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تتركهم وحدهم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هذه الفئات تحتاج إلى متابعة قبل وأثناء وبعد الحالة الجوية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أثناء الحريق أو الدخان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خطر أكبر على من لديهم صعوبة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أخلِه من المسار الآمن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مصعد أثناء الحريق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تعرضه للدخان الكثيف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أغلق الأبواب خلفك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توجه لنقطة التجمع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عن من لا يستطيع الخروج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الخطر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تعذر الإخلاء، أبلغ الطوارئ بالموقع الدقيق واتبع التعليمات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G.7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أخطاء شائعة يجب تجنبها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تصرفات تزيد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ترك الأطفال دون متابعة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افتراض معرفة الجميع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تحريك مصاب دون ضرورة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المصعد بالحريق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7452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2811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7510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التجمهر حول المحتاج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تصوير الحالات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تجاهل الأدوية والأجهزة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88376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020556" y="45720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3436" y="475488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8435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تأخير الاتصال بـ 999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المساعدة غير المنظمة قد تسبب ارتباكًا، أما الخطة الواضحة فتحمي الجميع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G.7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المجتمع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مسؤولية مشتركة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مساعدة المحتاجين بأمان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الإبلاغ عن المخاطر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تجمهر أو تصوير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ممرات ومخارج خالية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إفساح الطريق للاستجابة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توجيه الأطفال وكبار السن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احترام الخصوصية والكرامة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المجتمع الواعي هو الذي يحمي أضعف أفراده وقت الطوارئ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G.7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لحماية الفئات المعرضة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 خطة مسبقة للمحتاجين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 الأطفال رقم 999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راعِ احتياجات كبار السن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الممرات خالية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 بأمان من يحتاج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الاستجابة عن العالقين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احترم خصوصية المحتاج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تتركهم وحدهم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مصعد بالحريق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مصابًا دون ضرورة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تجمهر حولهم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تصور الحالات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طلب المساعدة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تفترض إمكانية الإخلاء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G.7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إنذار حريق ومعك شخص كبير سن يحتاج وقتًا أطول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ساعده إن كان آمنًا، استخدم السلالم لا المصعد، وأبلغ الاستجابة عن الحاجة للدعم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ضاع عن أسرته في فعالية مزدحمة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المنظمين أو الأمن فورًا، أبقِ الطفل في مكان آمن، ولا تتركه يتحرك وحده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من أصحاب الهمم يحتاج مساعدة بالإخلاء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اسأله عن أفضل طريقة، ساعده وفق الخطة، ودون تعريضه أو تعريض نفسك للخطر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أراد الأطفال اللعب قرب تجمعات المياه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امنعهم، أبقهم بمكان آمن، ووعّهم بخطر المياه المتجمعة أو الجارية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G.7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تحتاج الفئات المعرضة لخطة خاصة؟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لأنهم قد يحتاجون إلى وقت أو مساعدة إضافية للحركة أو الفهم أو التواصل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تفعل عند شخص لا يستطيع الإخلاء بالحريق؟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ساعده إن كان آمنًا، أبلغ الاستجابة بموقعه، واتصل بـ 999 عند الخطر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استخدام المصعد لمساعدة كبار السن بالحريق؟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اتباع مسارات الإخلاء الآمنة وتعليمات المختصين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دور المجتمع في حماية هذه الفئات؟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المساعدة الآمنة، الإبلاغ عن المخاطر، عدم التجمهر، وإفساح الطريق للاستجابة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G.7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التخطيط والدعم الآمن واحترام الكرامة يحمي أضعف أفراد المجتمع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خطط مسبقًا • لا تتركهم وحدهم • ساعد بأمان • احترم الخصوصية • اتصل بـ 999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"حماية الفئات المعرضة مسؤولية إنسانية ومجتمعية تبدأ من الاستعداد قبل الطوارئ"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G.7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1706</Words>
  <Application>Microsoft Office PowerPoint</Application>
  <PresentationFormat>شاشة عريضة</PresentationFormat>
  <Paragraphs>428</Paragraphs>
  <Slides>23</Slides>
  <Notes>23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23</vt:i4>
      </vt:variant>
    </vt:vector>
  </HeadingPairs>
  <TitlesOfParts>
    <vt:vector size="27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سلامة الفئات الأكثر تعرضًا للمخاطر</dc:title>
  <dc:subject>PptxGenJS Presentation</dc:subject>
  <dc:creator>هيئة أبوظبي للدفاع المدني</dc:creator>
  <cp:lastModifiedBy>Lenovo</cp:lastModifiedBy>
  <cp:revision>1</cp:revision>
  <dcterms:created xsi:type="dcterms:W3CDTF">2026-05-08T06:34:15Z</dcterms:created>
  <dcterms:modified xsi:type="dcterms:W3CDTF">2026-05-08T21:32:16Z</dcterms:modified>
</cp:coreProperties>
</file>