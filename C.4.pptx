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910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6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24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2.png"/><Relationship Id="rId5" Type="http://schemas.openxmlformats.org/officeDocument/2006/relationships/image" Target="../media/image29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30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23.png"/><Relationship Id="rId5" Type="http://schemas.openxmlformats.org/officeDocument/2006/relationships/image" Target="../media/image33.png"/><Relationship Id="rId10" Type="http://schemas.openxmlformats.org/officeDocument/2006/relationships/image" Target="../media/image35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12.png"/><Relationship Id="rId5" Type="http://schemas.openxmlformats.org/officeDocument/2006/relationships/image" Target="../media/image25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8.png"/><Relationship Id="rId5" Type="http://schemas.openxmlformats.org/officeDocument/2006/relationships/image" Target="../media/image17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23.png"/><Relationship Id="rId5" Type="http://schemas.openxmlformats.org/officeDocument/2006/relationships/image" Target="../media/image37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الفعاليات والمناطق العامة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حضور آمن… والتزام بالتعليمات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"السلامة تبدأ من الالتزام بتعليمات المنظمين والانتباه للمخاطر"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في الفعاليات؟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أعداد كبيرة في مكان واحد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الزوار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والعاملين والمنظمين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التدافع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والإصابات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وكبار السن وأصحاب الهمم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الإخلاء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الطوارئ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تجربة آمنة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ومريحة للجميع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زائر له دور في جعل الفعالية أكثر أمنًا وسلامة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في الفعاليات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تظهر عند تجاهل التعليمات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الازدحام والتدافع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الأطفال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في الممرات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حجب مخارج الطوارئ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من المعدات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التعرض للحرارة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جهل مواقع المخارج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خطأ التصرف بالإنذار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المخاطر مسبقًا تساعد على تجنبها أثناء الفعالية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حضور الفعالية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يقلل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اطّلع على المداخل والمخارج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وصول مبكر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التذاكر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ملابس مناسبة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لقاء عائلية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طلب المساعدة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التخطيط البسيط قبل الفعالية يجعل التجربة أكثر أمانًا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الدخول والخروج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مناطق الازدحام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المسارات المحددة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أو تتجاوز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تعليمات المنظمين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بالمداخل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أغراض تعيق الحركة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المخارج المخصصة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بهدوء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الدخول والخروج المنظم يقلل التدافع ويحمي الجميع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الازدحام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بمداخل ومنصات وعند الانتهاء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الآخرين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تحرك مع الجمهور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التدافع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المنظمين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وكبار السن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بديلة آمنة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أثناء الازدحام يساعد على منع الإصابات والتدافع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أثناء الفعاليات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عرضة للضياع والإصابات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راقبهم باستمرار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بالمزدحم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لقاء واضحة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التوجه للأمن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رقم تواصل لديهم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ركض بين الجمهور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أبعدهم عن المعدات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الرقابة المباشرة هي أهم وسيلة لحماية الأطفال في الفعاليات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مناطق الجلوس والمشاهدة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لتجنب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الأماكن المخصصة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جلوس بالممرات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تسلق الحواجز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على الكراسي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خالية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تزاحم بالمنصة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التغيير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الممرات والمخارج يجب أن تبقى خالية طوال الفعالية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حول المعدات ومناطق التشغيل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كهرباء ومنصات وإضاءة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اقتراب من المعدات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التمديدات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المغلقة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بالحواجز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التمديدات المكشوفة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بمسارات الجمهور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مناطق التشغيل ليست مخصصة للزوار، والاقتراب منها قد يسبب خطرًا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الفعاليات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بالحرارة والرياح والأمطار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التنبيهات الرسمية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بانتظام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الشمس الطويلة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مظلة أو قبعة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الهياكل بالرياح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كهرباء بالأمطار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غادر بهدوء عند التعليمات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الأحوال الجوية قد يحول الفعالية لبيئة غير آمنة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فقدان شخص أو الانفصال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لأقرب نقطة أمن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يبحثون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نقطة اللقاء المتفقة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المنظمين بالوصف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معلومات غير مؤكدة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بمكان واضح للمساعدة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الاتفاق المسبق على نقطة لقاء يسهل التصرف عند الانفصال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سماع الإنذار أو طارئ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التزام فوري بالتعليمات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5468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3697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36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5468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النشاط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0332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785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785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0332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لتعليمات المنظمين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25196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3342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25196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مسارات الخروج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ركض أو دفع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5468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3697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36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5468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مصاعد بإنذار الحريق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0332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785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785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0332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25196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3342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25196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قبل السماح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الطوارئ يتطلب الالتزام بالتعليمات وليس التصرف العشوائي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الإسعافات والطوارئ الصحية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أو إصابات أو حالات طارئة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المنظمين أو الإسعاف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الجمهور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إسعاف دون تدريب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موقعك بدقة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 في الحالات الخطيرة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المسعفين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التجمهر حول المصاب يساعد فرق الإسعاف على تقديم المساعدة بسرعة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الفعاليات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المنظمين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بمسارات الحركة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هدوئك بالازدحام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أقرب مخرج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دفع أو ركض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الممرات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اقتراب من المعدات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تسلق الحواجز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تجمع للتصوير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معلومات غير مؤكدة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شديد عند مدخل الفعالية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الهدوء، اتبع المنظمين، استخدم مسارًا بديلًا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انفصل عن أسرته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الأمن أو المنظمين فورًا، ولا تتركه يبحث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كهربائية مكشوفة قرب الجمهور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وأبلغ المنظمين فورًا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صدر إعلان بإخلاء الموقع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مسارات الخروج بهدوء، لا تركض أو تدفع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الازدحام الشديد؟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أحافظ على الهدوء، أتجنب التدافع، وأتبع التعليمات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الوقوف أمام مخارج الطوارئ؟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إبقاء المخارج خالية دائمًا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خطر كهربائي بالفعالية؟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وأبلغ المنظمين فورًا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الاقتراب من مناطق التشغيل؟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لأنها مخصصة للعاملين وقد تشكل خطرًا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تعليمات بالإخلاء؟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أتبع مسارات الخروج بهدوء وألتزم بالتوجيهات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الفعاليات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بالتعليمات • راقب الأطفال • تجنب التدافع • لا تحجب المخارج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"حضورك الواعي يجعل الفعاليات أكثر أمنًا وسلامة للجميع"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1153</Words>
  <Application>Microsoft Office PowerPoint</Application>
  <PresentationFormat>شاشة عريضة</PresentationFormat>
  <Paragraphs>301</Paragraphs>
  <Slides>17</Slides>
  <Notes>17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17</vt:i4>
      </vt:variant>
    </vt:vector>
  </HeadingPairs>
  <TitlesOfParts>
    <vt:vector size="21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الفعاليات والمناطق العامة</dc:title>
  <dc:subject>PptxGenJS Presentation</dc:subject>
  <dc:creator>PptxGenJS</dc:creator>
  <cp:lastModifiedBy>Lenovo</cp:lastModifiedBy>
  <cp:revision>1</cp:revision>
  <dcterms:created xsi:type="dcterms:W3CDTF">2026-05-06T22:46:51Z</dcterms:created>
  <dcterms:modified xsi:type="dcterms:W3CDTF">2026-05-06T22:49:03Z</dcterms:modified>
</cp:coreProperties>
</file>